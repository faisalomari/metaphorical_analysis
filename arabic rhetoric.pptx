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78"/>
  </p:notesMasterIdLst>
  <p:handoutMasterIdLst>
    <p:handoutMasterId r:id="rId79"/>
  </p:handoutMasterIdLst>
  <p:sldIdLst>
    <p:sldId id="256" r:id="rId5"/>
    <p:sldId id="277" r:id="rId6"/>
    <p:sldId id="278" r:id="rId7"/>
    <p:sldId id="280" r:id="rId8"/>
    <p:sldId id="279" r:id="rId9"/>
    <p:sldId id="281" r:id="rId10"/>
    <p:sldId id="268" r:id="rId11"/>
    <p:sldId id="294" r:id="rId12"/>
    <p:sldId id="262" r:id="rId13"/>
    <p:sldId id="284" r:id="rId14"/>
    <p:sldId id="282" r:id="rId15"/>
    <p:sldId id="285" r:id="rId16"/>
    <p:sldId id="286" r:id="rId17"/>
    <p:sldId id="287" r:id="rId18"/>
    <p:sldId id="288" r:id="rId19"/>
    <p:sldId id="290" r:id="rId20"/>
    <p:sldId id="291" r:id="rId21"/>
    <p:sldId id="346" r:id="rId22"/>
    <p:sldId id="289" r:id="rId23"/>
    <p:sldId id="292" r:id="rId24"/>
    <p:sldId id="293" r:id="rId25"/>
    <p:sldId id="295" r:id="rId26"/>
    <p:sldId id="296" r:id="rId27"/>
    <p:sldId id="297" r:id="rId28"/>
    <p:sldId id="299" r:id="rId29"/>
    <p:sldId id="298" r:id="rId30"/>
    <p:sldId id="300" r:id="rId31"/>
    <p:sldId id="301" r:id="rId32"/>
    <p:sldId id="302" r:id="rId33"/>
    <p:sldId id="303" r:id="rId34"/>
    <p:sldId id="304" r:id="rId35"/>
    <p:sldId id="305" r:id="rId36"/>
    <p:sldId id="306" r:id="rId37"/>
    <p:sldId id="307" r:id="rId38"/>
    <p:sldId id="308" r:id="rId39"/>
    <p:sldId id="310" r:id="rId40"/>
    <p:sldId id="309" r:id="rId41"/>
    <p:sldId id="311" r:id="rId42"/>
    <p:sldId id="312" r:id="rId43"/>
    <p:sldId id="313" r:id="rId44"/>
    <p:sldId id="314" r:id="rId45"/>
    <p:sldId id="315" r:id="rId46"/>
    <p:sldId id="316" r:id="rId47"/>
    <p:sldId id="317" r:id="rId48"/>
    <p:sldId id="318" r:id="rId49"/>
    <p:sldId id="319" r:id="rId50"/>
    <p:sldId id="320" r:id="rId51"/>
    <p:sldId id="321" r:id="rId52"/>
    <p:sldId id="322" r:id="rId53"/>
    <p:sldId id="323" r:id="rId54"/>
    <p:sldId id="324" r:id="rId55"/>
    <p:sldId id="326" r:id="rId56"/>
    <p:sldId id="327" r:id="rId57"/>
    <p:sldId id="328" r:id="rId58"/>
    <p:sldId id="329" r:id="rId59"/>
    <p:sldId id="330" r:id="rId60"/>
    <p:sldId id="331" r:id="rId61"/>
    <p:sldId id="332" r:id="rId62"/>
    <p:sldId id="333" r:id="rId63"/>
    <p:sldId id="334" r:id="rId64"/>
    <p:sldId id="335" r:id="rId65"/>
    <p:sldId id="336" r:id="rId66"/>
    <p:sldId id="337" r:id="rId67"/>
    <p:sldId id="338" r:id="rId68"/>
    <p:sldId id="339" r:id="rId69"/>
    <p:sldId id="340" r:id="rId70"/>
    <p:sldId id="341" r:id="rId71"/>
    <p:sldId id="342" r:id="rId72"/>
    <p:sldId id="343" r:id="rId73"/>
    <p:sldId id="344" r:id="rId74"/>
    <p:sldId id="345" r:id="rId75"/>
    <p:sldId id="264" r:id="rId76"/>
    <p:sldId id="261" r:id="rId7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286" autoAdjust="0"/>
    <p:restoredTop sz="94660"/>
  </p:normalViewPr>
  <p:slideViewPr>
    <p:cSldViewPr snapToGrid="0" showGuides="1">
      <p:cViewPr>
        <p:scale>
          <a:sx n="60" d="100"/>
          <a:sy n="60" d="100"/>
        </p:scale>
        <p:origin x="784" y="43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58" d="100"/>
          <a:sy n="58" d="100"/>
        </p:scale>
        <p:origin x="1974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16" Type="http://schemas.openxmlformats.org/officeDocument/2006/relationships/slide" Target="slides/slide12.xml"/><Relationship Id="rId11" Type="http://schemas.openxmlformats.org/officeDocument/2006/relationships/slide" Target="slides/slide7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74" Type="http://schemas.openxmlformats.org/officeDocument/2006/relationships/slide" Target="slides/slide70.xml"/><Relationship Id="rId79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61" Type="http://schemas.openxmlformats.org/officeDocument/2006/relationships/slide" Target="slides/slide57.xml"/><Relationship Id="rId82" Type="http://schemas.openxmlformats.org/officeDocument/2006/relationships/theme" Target="theme/theme1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77" Type="http://schemas.openxmlformats.org/officeDocument/2006/relationships/slide" Target="slides/slide73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80" Type="http://schemas.openxmlformats.org/officeDocument/2006/relationships/presProps" Target="presProps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slide" Target="slides/slide63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slide" Target="slides/slide66.xml"/><Relationship Id="rId75" Type="http://schemas.openxmlformats.org/officeDocument/2006/relationships/slide" Target="slides/slide71.xml"/><Relationship Id="rId83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slide" Target="slides/slide69.xml"/><Relationship Id="rId78" Type="http://schemas.openxmlformats.org/officeDocument/2006/relationships/notesMaster" Target="notesMasters/notesMaster1.xml"/><Relationship Id="rId8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slide" Target="slides/slide72.xml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2" Type="http://schemas.openxmlformats.org/officeDocument/2006/relationships/customXml" Target="../customXml/item2.xml"/><Relationship Id="rId29" Type="http://schemas.openxmlformats.org/officeDocument/2006/relationships/slide" Target="slides/slide25.xml"/><Relationship Id="rId24" Type="http://schemas.openxmlformats.org/officeDocument/2006/relationships/slide" Target="slides/slide20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66" Type="http://schemas.openxmlformats.org/officeDocument/2006/relationships/slide" Target="slides/slide62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0C18FBF-3FF5-4C16-97CF-AF03740D7AB6}" type="doc">
      <dgm:prSet loTypeId="urn:microsoft.com/office/officeart/2005/8/layout/hList9" loCatId="list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2881FB1-6580-4F21-A283-BFAA6F91D5D2}">
      <dgm:prSet phldrT="[Text]"/>
      <dgm:spPr/>
      <dgm:t>
        <a:bodyPr/>
        <a:lstStyle/>
        <a:p>
          <a:r>
            <a:rPr lang="ar-AE" b="1" dirty="0">
              <a:latin typeface="Amiri Quran" panose="00000500000000000000" pitchFamily="2" charset="-78"/>
              <a:cs typeface="Amiri Quran" panose="00000500000000000000" pitchFamily="2" charset="-78"/>
            </a:rPr>
            <a:t>البديع</a:t>
          </a:r>
          <a:endParaRPr lang="en-US" dirty="0"/>
        </a:p>
      </dgm:t>
    </dgm:pt>
    <dgm:pt modelId="{2D960FDD-BADA-480D-9043-497C56588AD3}" type="parTrans" cxnId="{4A31D641-1B5D-46D3-B685-0C4DC6EFE71B}">
      <dgm:prSet/>
      <dgm:spPr/>
      <dgm:t>
        <a:bodyPr/>
        <a:lstStyle/>
        <a:p>
          <a:endParaRPr lang="en-US"/>
        </a:p>
      </dgm:t>
    </dgm:pt>
    <dgm:pt modelId="{A5ABDC17-7AB5-4F0E-992A-F9343F5D74EB}" type="sibTrans" cxnId="{4A31D641-1B5D-46D3-B685-0C4DC6EFE71B}">
      <dgm:prSet/>
      <dgm:spPr/>
      <dgm:t>
        <a:bodyPr/>
        <a:lstStyle/>
        <a:p>
          <a:endParaRPr lang="en-US"/>
        </a:p>
      </dgm:t>
    </dgm:pt>
    <dgm:pt modelId="{D5197DDB-D5D2-499F-B255-CF7BB5AE2B43}">
      <dgm:prSet phldrT="[Text]"/>
      <dgm:spPr/>
      <dgm:t>
        <a:bodyPr/>
        <a:lstStyle/>
        <a:p>
          <a:pPr rtl="1"/>
          <a:r>
            <a:rPr lang="ar-AE" b="1" dirty="0">
              <a:latin typeface="Amiri Quran" panose="00000500000000000000" pitchFamily="2" charset="-78"/>
              <a:cs typeface="Amiri Quran" panose="00000500000000000000" pitchFamily="2" charset="-78"/>
            </a:rPr>
            <a:t>التزيين والتجميل</a:t>
          </a:r>
          <a:endParaRPr lang="en-US" dirty="0"/>
        </a:p>
      </dgm:t>
    </dgm:pt>
    <dgm:pt modelId="{B14A4DC9-F40A-4867-ADB8-4BA8A1F83766}" type="parTrans" cxnId="{3204ED53-15A0-4643-A582-021A785F1BA2}">
      <dgm:prSet/>
      <dgm:spPr/>
      <dgm:t>
        <a:bodyPr/>
        <a:lstStyle/>
        <a:p>
          <a:endParaRPr lang="en-US"/>
        </a:p>
      </dgm:t>
    </dgm:pt>
    <dgm:pt modelId="{29F2454A-2FA8-4B3A-AC63-4A0B9FD04A75}" type="sibTrans" cxnId="{3204ED53-15A0-4643-A582-021A785F1BA2}">
      <dgm:prSet/>
      <dgm:spPr/>
      <dgm:t>
        <a:bodyPr/>
        <a:lstStyle/>
        <a:p>
          <a:endParaRPr lang="en-US"/>
        </a:p>
      </dgm:t>
    </dgm:pt>
    <dgm:pt modelId="{6352CA33-6755-44BE-808F-400DA4CF80A7}">
      <dgm:prSet phldrT="[Text]"/>
      <dgm:spPr/>
      <dgm:t>
        <a:bodyPr/>
        <a:lstStyle/>
        <a:p>
          <a:r>
            <a:rPr lang="ar-AE" b="1" dirty="0">
              <a:latin typeface="Amiri Quran" panose="00000500000000000000" pitchFamily="2" charset="-78"/>
              <a:cs typeface="Amiri Quran" panose="00000500000000000000" pitchFamily="2" charset="-78"/>
            </a:rPr>
            <a:t>البيان</a:t>
          </a:r>
          <a:endParaRPr lang="en-US" dirty="0"/>
        </a:p>
      </dgm:t>
    </dgm:pt>
    <dgm:pt modelId="{AEB59203-63BA-4A96-BADC-40BAEBD9AA40}" type="parTrans" cxnId="{82BAE5DD-3A79-4870-9019-1254385E0650}">
      <dgm:prSet/>
      <dgm:spPr/>
      <dgm:t>
        <a:bodyPr/>
        <a:lstStyle/>
        <a:p>
          <a:endParaRPr lang="en-US"/>
        </a:p>
      </dgm:t>
    </dgm:pt>
    <dgm:pt modelId="{AAB4CF73-4B9B-4AA0-9074-16C2D2AE00A1}" type="sibTrans" cxnId="{82BAE5DD-3A79-4870-9019-1254385E0650}">
      <dgm:prSet/>
      <dgm:spPr/>
      <dgm:t>
        <a:bodyPr/>
        <a:lstStyle/>
        <a:p>
          <a:endParaRPr lang="en-US"/>
        </a:p>
      </dgm:t>
    </dgm:pt>
    <dgm:pt modelId="{3D5CDB25-F8FA-444B-8D4A-1D29D0CBA282}">
      <dgm:prSet phldrT="[Text]"/>
      <dgm:spPr/>
      <dgm:t>
        <a:bodyPr/>
        <a:lstStyle/>
        <a:p>
          <a:pPr algn="ctr" rtl="1"/>
          <a:r>
            <a:rPr lang="ar-AE" b="1" dirty="0">
              <a:latin typeface="Amiri Quran" panose="00000500000000000000" pitchFamily="2" charset="-78"/>
              <a:cs typeface="Amiri Quran" panose="00000500000000000000" pitchFamily="2" charset="-78"/>
            </a:rPr>
            <a:t>التوضيح</a:t>
          </a:r>
          <a:endParaRPr lang="en-US" dirty="0"/>
        </a:p>
      </dgm:t>
    </dgm:pt>
    <dgm:pt modelId="{4C229933-AC16-44B7-98EC-4C0F07FABCB0}" type="parTrans" cxnId="{2E3C97E6-67D4-4948-B47A-1115C2B2979F}">
      <dgm:prSet/>
      <dgm:spPr/>
      <dgm:t>
        <a:bodyPr/>
        <a:lstStyle/>
        <a:p>
          <a:endParaRPr lang="en-US"/>
        </a:p>
      </dgm:t>
    </dgm:pt>
    <dgm:pt modelId="{189DA4C5-2A22-4C71-A806-7B4AB57767CC}" type="sibTrans" cxnId="{2E3C97E6-67D4-4948-B47A-1115C2B2979F}">
      <dgm:prSet/>
      <dgm:spPr/>
      <dgm:t>
        <a:bodyPr/>
        <a:lstStyle/>
        <a:p>
          <a:endParaRPr lang="en-US"/>
        </a:p>
      </dgm:t>
    </dgm:pt>
    <dgm:pt modelId="{7FCE83D9-631B-4420-BBFC-CA0AFA59F747}">
      <dgm:prSet phldrT="[Text]"/>
      <dgm:spPr/>
      <dgm:t>
        <a:bodyPr/>
        <a:lstStyle/>
        <a:p>
          <a:r>
            <a:rPr lang="ar-AE" b="1" dirty="0">
              <a:latin typeface="Amiri Quran" panose="00000500000000000000" pitchFamily="2" charset="-78"/>
              <a:cs typeface="Amiri Quran" panose="00000500000000000000" pitchFamily="2" charset="-78"/>
            </a:rPr>
            <a:t>المعاني</a:t>
          </a:r>
          <a:endParaRPr lang="en-US" dirty="0"/>
        </a:p>
      </dgm:t>
    </dgm:pt>
    <dgm:pt modelId="{C61EC981-13FA-4710-B079-D35692EEB764}" type="parTrans" cxnId="{E572418E-4340-4448-940D-253A2FA3B9B3}">
      <dgm:prSet/>
      <dgm:spPr/>
      <dgm:t>
        <a:bodyPr/>
        <a:lstStyle/>
        <a:p>
          <a:endParaRPr lang="en-US"/>
        </a:p>
      </dgm:t>
    </dgm:pt>
    <dgm:pt modelId="{1B48A0DE-4031-4D45-86A1-94CDAF68824A}" type="sibTrans" cxnId="{E572418E-4340-4448-940D-253A2FA3B9B3}">
      <dgm:prSet/>
      <dgm:spPr/>
      <dgm:t>
        <a:bodyPr/>
        <a:lstStyle/>
        <a:p>
          <a:endParaRPr lang="en-US"/>
        </a:p>
      </dgm:t>
    </dgm:pt>
    <dgm:pt modelId="{DB10125D-35A1-4850-BE5C-27B2BF27AF9D}">
      <dgm:prSet/>
      <dgm:spPr/>
      <dgm:t>
        <a:bodyPr/>
        <a:lstStyle/>
        <a:p>
          <a:pPr rtl="1"/>
          <a:r>
            <a:rPr lang="ar-AE" b="1" dirty="0">
              <a:latin typeface="Amiri Quran" panose="00000500000000000000" pitchFamily="2" charset="-78"/>
              <a:cs typeface="Amiri Quran" panose="00000500000000000000" pitchFamily="2" charset="-78"/>
            </a:rPr>
            <a:t>التعبير</a:t>
          </a:r>
          <a:endParaRPr lang="en-IL" dirty="0"/>
        </a:p>
      </dgm:t>
    </dgm:pt>
    <dgm:pt modelId="{F68770E4-DD5A-48CE-80E9-602C408F4199}" type="parTrans" cxnId="{16212940-11A1-4CF3-881D-DEC86D35121B}">
      <dgm:prSet/>
      <dgm:spPr/>
      <dgm:t>
        <a:bodyPr/>
        <a:lstStyle/>
        <a:p>
          <a:endParaRPr lang="en-IL"/>
        </a:p>
      </dgm:t>
    </dgm:pt>
    <dgm:pt modelId="{8456BE4C-AA94-4B76-A24A-9F9751F4A4CF}" type="sibTrans" cxnId="{16212940-11A1-4CF3-881D-DEC86D35121B}">
      <dgm:prSet/>
      <dgm:spPr/>
      <dgm:t>
        <a:bodyPr/>
        <a:lstStyle/>
        <a:p>
          <a:endParaRPr lang="en-IL"/>
        </a:p>
      </dgm:t>
    </dgm:pt>
    <dgm:pt modelId="{0DC7A063-583D-4B0F-88B2-BD54F95D95AF}" type="pres">
      <dgm:prSet presAssocID="{00C18FBF-3FF5-4C16-97CF-AF03740D7AB6}" presName="list" presStyleCnt="0">
        <dgm:presLayoutVars>
          <dgm:dir/>
          <dgm:animLvl val="lvl"/>
        </dgm:presLayoutVars>
      </dgm:prSet>
      <dgm:spPr/>
    </dgm:pt>
    <dgm:pt modelId="{6300E233-87DF-4270-9808-160BFEB8A5BE}" type="pres">
      <dgm:prSet presAssocID="{F2881FB1-6580-4F21-A283-BFAA6F91D5D2}" presName="posSpace" presStyleCnt="0"/>
      <dgm:spPr/>
    </dgm:pt>
    <dgm:pt modelId="{6E53DEF7-499E-42EE-802D-59B2F8915392}" type="pres">
      <dgm:prSet presAssocID="{F2881FB1-6580-4F21-A283-BFAA6F91D5D2}" presName="vertFlow" presStyleCnt="0"/>
      <dgm:spPr/>
    </dgm:pt>
    <dgm:pt modelId="{E08C30D1-35EA-4D05-9731-5D01E3FCBD09}" type="pres">
      <dgm:prSet presAssocID="{F2881FB1-6580-4F21-A283-BFAA6F91D5D2}" presName="topSpace" presStyleCnt="0"/>
      <dgm:spPr/>
    </dgm:pt>
    <dgm:pt modelId="{2F3BD88A-9166-4A26-B941-B9BAEE1A11D5}" type="pres">
      <dgm:prSet presAssocID="{F2881FB1-6580-4F21-A283-BFAA6F91D5D2}" presName="firstComp" presStyleCnt="0"/>
      <dgm:spPr/>
    </dgm:pt>
    <dgm:pt modelId="{F660F4B9-35DB-4256-A868-A35C6DCCF6B2}" type="pres">
      <dgm:prSet presAssocID="{F2881FB1-6580-4F21-A283-BFAA6F91D5D2}" presName="firstChild" presStyleLbl="bgAccFollowNode1" presStyleIdx="0" presStyleCnt="3"/>
      <dgm:spPr/>
    </dgm:pt>
    <dgm:pt modelId="{10C9E3CF-3A8F-4100-8ACD-91E2373197A2}" type="pres">
      <dgm:prSet presAssocID="{F2881FB1-6580-4F21-A283-BFAA6F91D5D2}" presName="firstChildTx" presStyleLbl="bgAccFollowNode1" presStyleIdx="0" presStyleCnt="3">
        <dgm:presLayoutVars>
          <dgm:bulletEnabled val="1"/>
        </dgm:presLayoutVars>
      </dgm:prSet>
      <dgm:spPr/>
    </dgm:pt>
    <dgm:pt modelId="{69136330-53DB-4978-A56B-160862279381}" type="pres">
      <dgm:prSet presAssocID="{F2881FB1-6580-4F21-A283-BFAA6F91D5D2}" presName="negSpace" presStyleCnt="0"/>
      <dgm:spPr/>
    </dgm:pt>
    <dgm:pt modelId="{FD776C1E-557E-4553-9447-49B69EEC7907}" type="pres">
      <dgm:prSet presAssocID="{F2881FB1-6580-4F21-A283-BFAA6F91D5D2}" presName="circle" presStyleLbl="node1" presStyleIdx="0" presStyleCnt="3"/>
      <dgm:spPr/>
    </dgm:pt>
    <dgm:pt modelId="{FC2522F1-14BB-4B37-B60E-2E8A7E8A6C30}" type="pres">
      <dgm:prSet presAssocID="{A5ABDC17-7AB5-4F0E-992A-F9343F5D74EB}" presName="transSpace" presStyleCnt="0"/>
      <dgm:spPr/>
    </dgm:pt>
    <dgm:pt modelId="{2C2F6211-85A7-47FE-9239-DE94DF41A263}" type="pres">
      <dgm:prSet presAssocID="{6352CA33-6755-44BE-808F-400DA4CF80A7}" presName="posSpace" presStyleCnt="0"/>
      <dgm:spPr/>
    </dgm:pt>
    <dgm:pt modelId="{7B0C2EAE-70CB-4160-863D-210C3C66D5FD}" type="pres">
      <dgm:prSet presAssocID="{6352CA33-6755-44BE-808F-400DA4CF80A7}" presName="vertFlow" presStyleCnt="0"/>
      <dgm:spPr/>
    </dgm:pt>
    <dgm:pt modelId="{5AF3752E-55A6-443C-AD35-C49DF50A4566}" type="pres">
      <dgm:prSet presAssocID="{6352CA33-6755-44BE-808F-400DA4CF80A7}" presName="topSpace" presStyleCnt="0"/>
      <dgm:spPr/>
    </dgm:pt>
    <dgm:pt modelId="{53567A66-F0E9-4EF8-ADA9-764BA36AA6A9}" type="pres">
      <dgm:prSet presAssocID="{6352CA33-6755-44BE-808F-400DA4CF80A7}" presName="firstComp" presStyleCnt="0"/>
      <dgm:spPr/>
    </dgm:pt>
    <dgm:pt modelId="{AD2806AC-6A03-4F05-9F4D-F72EA0E56FBF}" type="pres">
      <dgm:prSet presAssocID="{6352CA33-6755-44BE-808F-400DA4CF80A7}" presName="firstChild" presStyleLbl="bgAccFollowNode1" presStyleIdx="1" presStyleCnt="3"/>
      <dgm:spPr/>
    </dgm:pt>
    <dgm:pt modelId="{F8977219-728E-448F-AE8B-46B14F4F17DE}" type="pres">
      <dgm:prSet presAssocID="{6352CA33-6755-44BE-808F-400DA4CF80A7}" presName="firstChildTx" presStyleLbl="bgAccFollowNode1" presStyleIdx="1" presStyleCnt="3">
        <dgm:presLayoutVars>
          <dgm:bulletEnabled val="1"/>
        </dgm:presLayoutVars>
      </dgm:prSet>
      <dgm:spPr/>
    </dgm:pt>
    <dgm:pt modelId="{FBCC4E74-37C0-494F-ABC0-7D18132E1437}" type="pres">
      <dgm:prSet presAssocID="{6352CA33-6755-44BE-808F-400DA4CF80A7}" presName="negSpace" presStyleCnt="0"/>
      <dgm:spPr/>
    </dgm:pt>
    <dgm:pt modelId="{89E6DA6E-7A23-44BD-8A99-378091FF741D}" type="pres">
      <dgm:prSet presAssocID="{6352CA33-6755-44BE-808F-400DA4CF80A7}" presName="circle" presStyleLbl="node1" presStyleIdx="1" presStyleCnt="3"/>
      <dgm:spPr/>
    </dgm:pt>
    <dgm:pt modelId="{E966790E-26B5-4EB8-981F-1094BF4B7611}" type="pres">
      <dgm:prSet presAssocID="{AAB4CF73-4B9B-4AA0-9074-16C2D2AE00A1}" presName="transSpace" presStyleCnt="0"/>
      <dgm:spPr/>
    </dgm:pt>
    <dgm:pt modelId="{229B7655-E1F4-4CF5-84B8-30F0491D32B5}" type="pres">
      <dgm:prSet presAssocID="{7FCE83D9-631B-4420-BBFC-CA0AFA59F747}" presName="posSpace" presStyleCnt="0"/>
      <dgm:spPr/>
    </dgm:pt>
    <dgm:pt modelId="{F85FFCDF-8E5F-492B-B22D-55A08EACE783}" type="pres">
      <dgm:prSet presAssocID="{7FCE83D9-631B-4420-BBFC-CA0AFA59F747}" presName="vertFlow" presStyleCnt="0"/>
      <dgm:spPr/>
    </dgm:pt>
    <dgm:pt modelId="{600B3FB2-1315-4A84-8613-B445666BC7D2}" type="pres">
      <dgm:prSet presAssocID="{7FCE83D9-631B-4420-BBFC-CA0AFA59F747}" presName="topSpace" presStyleCnt="0"/>
      <dgm:spPr/>
    </dgm:pt>
    <dgm:pt modelId="{E47C73E9-FBEE-4370-9B3F-E04EB7C4023A}" type="pres">
      <dgm:prSet presAssocID="{7FCE83D9-631B-4420-BBFC-CA0AFA59F747}" presName="firstComp" presStyleCnt="0"/>
      <dgm:spPr/>
    </dgm:pt>
    <dgm:pt modelId="{402C2C77-A32C-4D99-9940-12535E1181F2}" type="pres">
      <dgm:prSet presAssocID="{7FCE83D9-631B-4420-BBFC-CA0AFA59F747}" presName="firstChild" presStyleLbl="bgAccFollowNode1" presStyleIdx="2" presStyleCnt="3"/>
      <dgm:spPr/>
    </dgm:pt>
    <dgm:pt modelId="{5B88A17E-EFF5-4A04-9CC9-D2131DA9ECCC}" type="pres">
      <dgm:prSet presAssocID="{7FCE83D9-631B-4420-BBFC-CA0AFA59F747}" presName="firstChildTx" presStyleLbl="bgAccFollowNode1" presStyleIdx="2" presStyleCnt="3">
        <dgm:presLayoutVars>
          <dgm:bulletEnabled val="1"/>
        </dgm:presLayoutVars>
      </dgm:prSet>
      <dgm:spPr/>
    </dgm:pt>
    <dgm:pt modelId="{9051EF7D-7D6C-4B43-A6C4-239F9933C94D}" type="pres">
      <dgm:prSet presAssocID="{7FCE83D9-631B-4420-BBFC-CA0AFA59F747}" presName="negSpace" presStyleCnt="0"/>
      <dgm:spPr/>
    </dgm:pt>
    <dgm:pt modelId="{7453D9C8-CD6E-4AA4-8A19-7F6F667528F0}" type="pres">
      <dgm:prSet presAssocID="{7FCE83D9-631B-4420-BBFC-CA0AFA59F747}" presName="circle" presStyleLbl="node1" presStyleIdx="2" presStyleCnt="3"/>
      <dgm:spPr/>
    </dgm:pt>
  </dgm:ptLst>
  <dgm:cxnLst>
    <dgm:cxn modelId="{2DB0390D-6AE0-4DC5-8E70-C1909D226D99}" type="presOf" srcId="{3D5CDB25-F8FA-444B-8D4A-1D29D0CBA282}" destId="{F8977219-728E-448F-AE8B-46B14F4F17DE}" srcOrd="1" destOrd="0" presId="urn:microsoft.com/office/officeart/2005/8/layout/hList9"/>
    <dgm:cxn modelId="{20AF3F0D-FCCC-4AE8-8B10-DDA56D69A389}" type="presOf" srcId="{6352CA33-6755-44BE-808F-400DA4CF80A7}" destId="{89E6DA6E-7A23-44BD-8A99-378091FF741D}" srcOrd="0" destOrd="0" presId="urn:microsoft.com/office/officeart/2005/8/layout/hList9"/>
    <dgm:cxn modelId="{7F3B5912-CE3A-4F69-B6A0-82162798FA63}" type="presOf" srcId="{00C18FBF-3FF5-4C16-97CF-AF03740D7AB6}" destId="{0DC7A063-583D-4B0F-88B2-BD54F95D95AF}" srcOrd="0" destOrd="0" presId="urn:microsoft.com/office/officeart/2005/8/layout/hList9"/>
    <dgm:cxn modelId="{16212940-11A1-4CF3-881D-DEC86D35121B}" srcId="{7FCE83D9-631B-4420-BBFC-CA0AFA59F747}" destId="{DB10125D-35A1-4850-BE5C-27B2BF27AF9D}" srcOrd="0" destOrd="0" parTransId="{F68770E4-DD5A-48CE-80E9-602C408F4199}" sibTransId="{8456BE4C-AA94-4B76-A24A-9F9751F4A4CF}"/>
    <dgm:cxn modelId="{4A31D641-1B5D-46D3-B685-0C4DC6EFE71B}" srcId="{00C18FBF-3FF5-4C16-97CF-AF03740D7AB6}" destId="{F2881FB1-6580-4F21-A283-BFAA6F91D5D2}" srcOrd="0" destOrd="0" parTransId="{2D960FDD-BADA-480D-9043-497C56588AD3}" sibTransId="{A5ABDC17-7AB5-4F0E-992A-F9343F5D74EB}"/>
    <dgm:cxn modelId="{3204ED53-15A0-4643-A582-021A785F1BA2}" srcId="{F2881FB1-6580-4F21-A283-BFAA6F91D5D2}" destId="{D5197DDB-D5D2-499F-B255-CF7BB5AE2B43}" srcOrd="0" destOrd="0" parTransId="{B14A4DC9-F40A-4867-ADB8-4BA8A1F83766}" sibTransId="{29F2454A-2FA8-4B3A-AC63-4A0B9FD04A75}"/>
    <dgm:cxn modelId="{B2647B56-8947-4632-AB4A-42CBB9B48494}" type="presOf" srcId="{7FCE83D9-631B-4420-BBFC-CA0AFA59F747}" destId="{7453D9C8-CD6E-4AA4-8A19-7F6F667528F0}" srcOrd="0" destOrd="0" presId="urn:microsoft.com/office/officeart/2005/8/layout/hList9"/>
    <dgm:cxn modelId="{E572418E-4340-4448-940D-253A2FA3B9B3}" srcId="{00C18FBF-3FF5-4C16-97CF-AF03740D7AB6}" destId="{7FCE83D9-631B-4420-BBFC-CA0AFA59F747}" srcOrd="2" destOrd="0" parTransId="{C61EC981-13FA-4710-B079-D35692EEB764}" sibTransId="{1B48A0DE-4031-4D45-86A1-94CDAF68824A}"/>
    <dgm:cxn modelId="{216DF2C9-A0BE-4D58-8DE4-EDB2749E7EAD}" type="presOf" srcId="{DB10125D-35A1-4850-BE5C-27B2BF27AF9D}" destId="{5B88A17E-EFF5-4A04-9CC9-D2131DA9ECCC}" srcOrd="1" destOrd="0" presId="urn:microsoft.com/office/officeart/2005/8/layout/hList9"/>
    <dgm:cxn modelId="{A587C2CB-6562-4021-B4BF-D479DBE9444F}" type="presOf" srcId="{D5197DDB-D5D2-499F-B255-CF7BB5AE2B43}" destId="{F660F4B9-35DB-4256-A868-A35C6DCCF6B2}" srcOrd="0" destOrd="0" presId="urn:microsoft.com/office/officeart/2005/8/layout/hList9"/>
    <dgm:cxn modelId="{77F620CE-FC2D-42CF-890C-6A28A43BA06E}" type="presOf" srcId="{F2881FB1-6580-4F21-A283-BFAA6F91D5D2}" destId="{FD776C1E-557E-4553-9447-49B69EEC7907}" srcOrd="0" destOrd="0" presId="urn:microsoft.com/office/officeart/2005/8/layout/hList9"/>
    <dgm:cxn modelId="{8788B7D3-DCF0-476E-81F9-2C2430598073}" type="presOf" srcId="{DB10125D-35A1-4850-BE5C-27B2BF27AF9D}" destId="{402C2C77-A32C-4D99-9940-12535E1181F2}" srcOrd="0" destOrd="0" presId="urn:microsoft.com/office/officeart/2005/8/layout/hList9"/>
    <dgm:cxn modelId="{82BAE5DD-3A79-4870-9019-1254385E0650}" srcId="{00C18FBF-3FF5-4C16-97CF-AF03740D7AB6}" destId="{6352CA33-6755-44BE-808F-400DA4CF80A7}" srcOrd="1" destOrd="0" parTransId="{AEB59203-63BA-4A96-BADC-40BAEBD9AA40}" sibTransId="{AAB4CF73-4B9B-4AA0-9074-16C2D2AE00A1}"/>
    <dgm:cxn modelId="{AE924BDE-80D3-4C50-8EC9-47CA5DEE9138}" type="presOf" srcId="{3D5CDB25-F8FA-444B-8D4A-1D29D0CBA282}" destId="{AD2806AC-6A03-4F05-9F4D-F72EA0E56FBF}" srcOrd="0" destOrd="0" presId="urn:microsoft.com/office/officeart/2005/8/layout/hList9"/>
    <dgm:cxn modelId="{2E3C97E6-67D4-4948-B47A-1115C2B2979F}" srcId="{6352CA33-6755-44BE-808F-400DA4CF80A7}" destId="{3D5CDB25-F8FA-444B-8D4A-1D29D0CBA282}" srcOrd="0" destOrd="0" parTransId="{4C229933-AC16-44B7-98EC-4C0F07FABCB0}" sibTransId="{189DA4C5-2A22-4C71-A806-7B4AB57767CC}"/>
    <dgm:cxn modelId="{59E871E8-E7D2-4CCC-B749-A714977AF5E6}" type="presOf" srcId="{D5197DDB-D5D2-499F-B255-CF7BB5AE2B43}" destId="{10C9E3CF-3A8F-4100-8ACD-91E2373197A2}" srcOrd="1" destOrd="0" presId="urn:microsoft.com/office/officeart/2005/8/layout/hList9"/>
    <dgm:cxn modelId="{775600F8-FCFE-4862-8108-85F84EA9DEE2}" type="presParOf" srcId="{0DC7A063-583D-4B0F-88B2-BD54F95D95AF}" destId="{6300E233-87DF-4270-9808-160BFEB8A5BE}" srcOrd="0" destOrd="0" presId="urn:microsoft.com/office/officeart/2005/8/layout/hList9"/>
    <dgm:cxn modelId="{AE3B7A69-67E7-41D2-BC1A-3586A3CC259D}" type="presParOf" srcId="{0DC7A063-583D-4B0F-88B2-BD54F95D95AF}" destId="{6E53DEF7-499E-42EE-802D-59B2F8915392}" srcOrd="1" destOrd="0" presId="urn:microsoft.com/office/officeart/2005/8/layout/hList9"/>
    <dgm:cxn modelId="{76A9B804-07B5-4060-AA61-249A1765ECB9}" type="presParOf" srcId="{6E53DEF7-499E-42EE-802D-59B2F8915392}" destId="{E08C30D1-35EA-4D05-9731-5D01E3FCBD09}" srcOrd="0" destOrd="0" presId="urn:microsoft.com/office/officeart/2005/8/layout/hList9"/>
    <dgm:cxn modelId="{6162898E-21FD-497B-BFEE-B78CF45F7D9A}" type="presParOf" srcId="{6E53DEF7-499E-42EE-802D-59B2F8915392}" destId="{2F3BD88A-9166-4A26-B941-B9BAEE1A11D5}" srcOrd="1" destOrd="0" presId="urn:microsoft.com/office/officeart/2005/8/layout/hList9"/>
    <dgm:cxn modelId="{71D4EFDE-15BC-4327-9242-5F72F9DAFAD4}" type="presParOf" srcId="{2F3BD88A-9166-4A26-B941-B9BAEE1A11D5}" destId="{F660F4B9-35DB-4256-A868-A35C6DCCF6B2}" srcOrd="0" destOrd="0" presId="urn:microsoft.com/office/officeart/2005/8/layout/hList9"/>
    <dgm:cxn modelId="{9B414BA4-2018-40DF-8E7D-AD7E78EF0217}" type="presParOf" srcId="{2F3BD88A-9166-4A26-B941-B9BAEE1A11D5}" destId="{10C9E3CF-3A8F-4100-8ACD-91E2373197A2}" srcOrd="1" destOrd="0" presId="urn:microsoft.com/office/officeart/2005/8/layout/hList9"/>
    <dgm:cxn modelId="{D8406746-50BE-425E-A523-9ED524500743}" type="presParOf" srcId="{0DC7A063-583D-4B0F-88B2-BD54F95D95AF}" destId="{69136330-53DB-4978-A56B-160862279381}" srcOrd="2" destOrd="0" presId="urn:microsoft.com/office/officeart/2005/8/layout/hList9"/>
    <dgm:cxn modelId="{A91BC494-75AC-4CCA-8CC1-7E9884C2F3AD}" type="presParOf" srcId="{0DC7A063-583D-4B0F-88B2-BD54F95D95AF}" destId="{FD776C1E-557E-4553-9447-49B69EEC7907}" srcOrd="3" destOrd="0" presId="urn:microsoft.com/office/officeart/2005/8/layout/hList9"/>
    <dgm:cxn modelId="{487F9920-08DF-4AC5-BA64-D35F42602B66}" type="presParOf" srcId="{0DC7A063-583D-4B0F-88B2-BD54F95D95AF}" destId="{FC2522F1-14BB-4B37-B60E-2E8A7E8A6C30}" srcOrd="4" destOrd="0" presId="urn:microsoft.com/office/officeart/2005/8/layout/hList9"/>
    <dgm:cxn modelId="{DC194D92-7E98-42DD-A8CA-BCD1EDD2C95D}" type="presParOf" srcId="{0DC7A063-583D-4B0F-88B2-BD54F95D95AF}" destId="{2C2F6211-85A7-47FE-9239-DE94DF41A263}" srcOrd="5" destOrd="0" presId="urn:microsoft.com/office/officeart/2005/8/layout/hList9"/>
    <dgm:cxn modelId="{575F4FD6-9E0F-4F5E-88EE-9B265B6FD4F4}" type="presParOf" srcId="{0DC7A063-583D-4B0F-88B2-BD54F95D95AF}" destId="{7B0C2EAE-70CB-4160-863D-210C3C66D5FD}" srcOrd="6" destOrd="0" presId="urn:microsoft.com/office/officeart/2005/8/layout/hList9"/>
    <dgm:cxn modelId="{8AE96C49-A416-4FC7-84EE-2BDAF35C57FF}" type="presParOf" srcId="{7B0C2EAE-70CB-4160-863D-210C3C66D5FD}" destId="{5AF3752E-55A6-443C-AD35-C49DF50A4566}" srcOrd="0" destOrd="0" presId="urn:microsoft.com/office/officeart/2005/8/layout/hList9"/>
    <dgm:cxn modelId="{235B263C-399E-4245-95BD-2AA1F19D4AB4}" type="presParOf" srcId="{7B0C2EAE-70CB-4160-863D-210C3C66D5FD}" destId="{53567A66-F0E9-4EF8-ADA9-764BA36AA6A9}" srcOrd="1" destOrd="0" presId="urn:microsoft.com/office/officeart/2005/8/layout/hList9"/>
    <dgm:cxn modelId="{265DA8D6-D429-4956-8CB8-10EE7EF20F0C}" type="presParOf" srcId="{53567A66-F0E9-4EF8-ADA9-764BA36AA6A9}" destId="{AD2806AC-6A03-4F05-9F4D-F72EA0E56FBF}" srcOrd="0" destOrd="0" presId="urn:microsoft.com/office/officeart/2005/8/layout/hList9"/>
    <dgm:cxn modelId="{35A8C2CA-EB30-45FD-8152-A7470BE42B4C}" type="presParOf" srcId="{53567A66-F0E9-4EF8-ADA9-764BA36AA6A9}" destId="{F8977219-728E-448F-AE8B-46B14F4F17DE}" srcOrd="1" destOrd="0" presId="urn:microsoft.com/office/officeart/2005/8/layout/hList9"/>
    <dgm:cxn modelId="{EF3F399A-E096-436A-AD74-CF747D62B02A}" type="presParOf" srcId="{0DC7A063-583D-4B0F-88B2-BD54F95D95AF}" destId="{FBCC4E74-37C0-494F-ABC0-7D18132E1437}" srcOrd="7" destOrd="0" presId="urn:microsoft.com/office/officeart/2005/8/layout/hList9"/>
    <dgm:cxn modelId="{5EA17F20-F6C6-4B5A-AFEB-38BD8F975065}" type="presParOf" srcId="{0DC7A063-583D-4B0F-88B2-BD54F95D95AF}" destId="{89E6DA6E-7A23-44BD-8A99-378091FF741D}" srcOrd="8" destOrd="0" presId="urn:microsoft.com/office/officeart/2005/8/layout/hList9"/>
    <dgm:cxn modelId="{463280A8-1DBA-4FE7-B5B2-8151A298EB35}" type="presParOf" srcId="{0DC7A063-583D-4B0F-88B2-BD54F95D95AF}" destId="{E966790E-26B5-4EB8-981F-1094BF4B7611}" srcOrd="9" destOrd="0" presId="urn:microsoft.com/office/officeart/2005/8/layout/hList9"/>
    <dgm:cxn modelId="{A4221FEF-656B-43DD-8382-199EAB5F1E7B}" type="presParOf" srcId="{0DC7A063-583D-4B0F-88B2-BD54F95D95AF}" destId="{229B7655-E1F4-4CF5-84B8-30F0491D32B5}" srcOrd="10" destOrd="0" presId="urn:microsoft.com/office/officeart/2005/8/layout/hList9"/>
    <dgm:cxn modelId="{48FA6F14-4694-4C77-8D75-48D3A22A3540}" type="presParOf" srcId="{0DC7A063-583D-4B0F-88B2-BD54F95D95AF}" destId="{F85FFCDF-8E5F-492B-B22D-55A08EACE783}" srcOrd="11" destOrd="0" presId="urn:microsoft.com/office/officeart/2005/8/layout/hList9"/>
    <dgm:cxn modelId="{3995A447-6B53-4DFA-8494-06C3A1F8D7F7}" type="presParOf" srcId="{F85FFCDF-8E5F-492B-B22D-55A08EACE783}" destId="{600B3FB2-1315-4A84-8613-B445666BC7D2}" srcOrd="0" destOrd="0" presId="urn:microsoft.com/office/officeart/2005/8/layout/hList9"/>
    <dgm:cxn modelId="{C652D75D-BE73-43BB-9138-B232AAF272A1}" type="presParOf" srcId="{F85FFCDF-8E5F-492B-B22D-55A08EACE783}" destId="{E47C73E9-FBEE-4370-9B3F-E04EB7C4023A}" srcOrd="1" destOrd="0" presId="urn:microsoft.com/office/officeart/2005/8/layout/hList9"/>
    <dgm:cxn modelId="{5F19BD3C-10AC-4F51-A8FD-00351A52371B}" type="presParOf" srcId="{E47C73E9-FBEE-4370-9B3F-E04EB7C4023A}" destId="{402C2C77-A32C-4D99-9940-12535E1181F2}" srcOrd="0" destOrd="0" presId="urn:microsoft.com/office/officeart/2005/8/layout/hList9"/>
    <dgm:cxn modelId="{1D14EEBA-2351-4066-8BB7-C42885F1D780}" type="presParOf" srcId="{E47C73E9-FBEE-4370-9B3F-E04EB7C4023A}" destId="{5B88A17E-EFF5-4A04-9CC9-D2131DA9ECCC}" srcOrd="1" destOrd="0" presId="urn:microsoft.com/office/officeart/2005/8/layout/hList9"/>
    <dgm:cxn modelId="{ADA815FB-429E-4ABD-97FC-4AEA97B4630C}" type="presParOf" srcId="{0DC7A063-583D-4B0F-88B2-BD54F95D95AF}" destId="{9051EF7D-7D6C-4B43-A6C4-239F9933C94D}" srcOrd="12" destOrd="0" presId="urn:microsoft.com/office/officeart/2005/8/layout/hList9"/>
    <dgm:cxn modelId="{7961C21C-3FE8-4B71-95E5-AB5835F91CC1}" type="presParOf" srcId="{0DC7A063-583D-4B0F-88B2-BD54F95D95AF}" destId="{7453D9C8-CD6E-4AA4-8A19-7F6F667528F0}" srcOrd="13" destOrd="0" presId="urn:microsoft.com/office/officeart/2005/8/layout/hList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0C18FBF-3FF5-4C16-97CF-AF03740D7AB6}" type="doc">
      <dgm:prSet loTypeId="urn:microsoft.com/office/officeart/2005/8/layout/hList9" loCatId="list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B9FB862-4759-4D6A-84F3-01524B92723B}">
      <dgm:prSet phldrT="[Text]"/>
      <dgm:spPr/>
      <dgm:t>
        <a:bodyPr/>
        <a:lstStyle/>
        <a:p>
          <a:pPr rtl="1"/>
          <a:r>
            <a:rPr lang="ar-AE" b="1" dirty="0">
              <a:latin typeface="Amiri Quran" panose="00000500000000000000" pitchFamily="2" charset="-78"/>
              <a:cs typeface="Amiri Quran" panose="00000500000000000000" pitchFamily="2" charset="-78"/>
            </a:rPr>
            <a:t>أقلتَ أنتَ شعرًا؟</a:t>
          </a:r>
          <a:endParaRPr lang="en-US" dirty="0"/>
        </a:p>
      </dgm:t>
    </dgm:pt>
    <dgm:pt modelId="{CD1EE44C-3116-420B-89E3-1D797CB25D34}" type="parTrans" cxnId="{70CAB4FC-3D17-49C2-8A7B-F387031FCDCA}">
      <dgm:prSet/>
      <dgm:spPr/>
      <dgm:t>
        <a:bodyPr/>
        <a:lstStyle/>
        <a:p>
          <a:endParaRPr lang="en-US"/>
        </a:p>
      </dgm:t>
    </dgm:pt>
    <dgm:pt modelId="{4BD4D4A5-043E-4ED5-A5CA-8D46DADC3150}" type="sibTrans" cxnId="{70CAB4FC-3D17-49C2-8A7B-F387031FCDCA}">
      <dgm:prSet/>
      <dgm:spPr/>
      <dgm:t>
        <a:bodyPr/>
        <a:lstStyle/>
        <a:p>
          <a:endParaRPr lang="en-US"/>
        </a:p>
      </dgm:t>
    </dgm:pt>
    <dgm:pt modelId="{50451020-5E1A-4778-9E8D-169182A36191}">
      <dgm:prSet phldrT="[Text]"/>
      <dgm:spPr/>
      <dgm:t>
        <a:bodyPr/>
        <a:lstStyle/>
        <a:p>
          <a:pPr rtl="1"/>
          <a:r>
            <a:rPr lang="ar-AE" b="1" dirty="0">
              <a:latin typeface="Amiri Quran" panose="00000500000000000000" pitchFamily="2" charset="-78"/>
              <a:cs typeface="Amiri Quran" panose="00000500000000000000" pitchFamily="2" charset="-78"/>
            </a:rPr>
            <a:t>أأنتَ قُلْتَ شعرًا؟</a:t>
          </a:r>
          <a:endParaRPr lang="en-US" dirty="0"/>
        </a:p>
      </dgm:t>
    </dgm:pt>
    <dgm:pt modelId="{7DFC3849-4A12-49FB-B614-8AFD597CCB9E}" type="parTrans" cxnId="{0F86DBDB-3C4F-4C84-981B-7F4CA2A8EAF3}">
      <dgm:prSet/>
      <dgm:spPr/>
      <dgm:t>
        <a:bodyPr/>
        <a:lstStyle/>
        <a:p>
          <a:endParaRPr lang="en-US"/>
        </a:p>
      </dgm:t>
    </dgm:pt>
    <dgm:pt modelId="{EEDE2474-4F18-4F59-8E58-6382D253E514}" type="sibTrans" cxnId="{0F86DBDB-3C4F-4C84-981B-7F4CA2A8EAF3}">
      <dgm:prSet/>
      <dgm:spPr/>
      <dgm:t>
        <a:bodyPr/>
        <a:lstStyle/>
        <a:p>
          <a:endParaRPr lang="en-US"/>
        </a:p>
      </dgm:t>
    </dgm:pt>
    <dgm:pt modelId="{7FCE83D9-631B-4420-BBFC-CA0AFA59F747}">
      <dgm:prSet phldrT="[Text]"/>
      <dgm:spPr/>
      <dgm:t>
        <a:bodyPr/>
        <a:lstStyle/>
        <a:p>
          <a:r>
            <a:rPr lang="ar-AE" b="1" dirty="0">
              <a:latin typeface="Amiri Quran" panose="00000500000000000000" pitchFamily="2" charset="-78"/>
              <a:cs typeface="Amiri Quran" panose="00000500000000000000" pitchFamily="2" charset="-78"/>
            </a:rPr>
            <a:t>أأنْتَ قُلْتَ شعرًا قَطُّ؟</a:t>
          </a:r>
          <a:endParaRPr lang="en-US" dirty="0"/>
        </a:p>
      </dgm:t>
    </dgm:pt>
    <dgm:pt modelId="{1B48A0DE-4031-4D45-86A1-94CDAF68824A}" type="sibTrans" cxnId="{E572418E-4340-4448-940D-253A2FA3B9B3}">
      <dgm:prSet/>
      <dgm:spPr/>
      <dgm:t>
        <a:bodyPr/>
        <a:lstStyle/>
        <a:p>
          <a:endParaRPr lang="en-US"/>
        </a:p>
      </dgm:t>
    </dgm:pt>
    <dgm:pt modelId="{C61EC981-13FA-4710-B079-D35692EEB764}" type="parTrans" cxnId="{E572418E-4340-4448-940D-253A2FA3B9B3}">
      <dgm:prSet/>
      <dgm:spPr/>
      <dgm:t>
        <a:bodyPr/>
        <a:lstStyle/>
        <a:p>
          <a:endParaRPr lang="en-US"/>
        </a:p>
      </dgm:t>
    </dgm:pt>
    <dgm:pt modelId="{0DC7A063-583D-4B0F-88B2-BD54F95D95AF}" type="pres">
      <dgm:prSet presAssocID="{00C18FBF-3FF5-4C16-97CF-AF03740D7AB6}" presName="list" presStyleCnt="0">
        <dgm:presLayoutVars>
          <dgm:dir/>
          <dgm:animLvl val="lvl"/>
        </dgm:presLayoutVars>
      </dgm:prSet>
      <dgm:spPr/>
    </dgm:pt>
    <dgm:pt modelId="{229B7655-E1F4-4CF5-84B8-30F0491D32B5}" type="pres">
      <dgm:prSet presAssocID="{7FCE83D9-631B-4420-BBFC-CA0AFA59F747}" presName="posSpace" presStyleCnt="0"/>
      <dgm:spPr/>
    </dgm:pt>
    <dgm:pt modelId="{F85FFCDF-8E5F-492B-B22D-55A08EACE783}" type="pres">
      <dgm:prSet presAssocID="{7FCE83D9-631B-4420-BBFC-CA0AFA59F747}" presName="vertFlow" presStyleCnt="0"/>
      <dgm:spPr/>
    </dgm:pt>
    <dgm:pt modelId="{600B3FB2-1315-4A84-8613-B445666BC7D2}" type="pres">
      <dgm:prSet presAssocID="{7FCE83D9-631B-4420-BBFC-CA0AFA59F747}" presName="topSpace" presStyleCnt="0"/>
      <dgm:spPr/>
    </dgm:pt>
    <dgm:pt modelId="{E47C73E9-FBEE-4370-9B3F-E04EB7C4023A}" type="pres">
      <dgm:prSet presAssocID="{7FCE83D9-631B-4420-BBFC-CA0AFA59F747}" presName="firstComp" presStyleCnt="0"/>
      <dgm:spPr/>
    </dgm:pt>
    <dgm:pt modelId="{402C2C77-A32C-4D99-9940-12535E1181F2}" type="pres">
      <dgm:prSet presAssocID="{7FCE83D9-631B-4420-BBFC-CA0AFA59F747}" presName="firstChild" presStyleLbl="bgAccFollowNode1" presStyleIdx="0" presStyleCnt="2" custScaleX="117389" custScaleY="145944" custLinFactNeighborX="32028" custLinFactNeighborY="-33176"/>
      <dgm:spPr/>
    </dgm:pt>
    <dgm:pt modelId="{5B88A17E-EFF5-4A04-9CC9-D2131DA9ECCC}" type="pres">
      <dgm:prSet presAssocID="{7FCE83D9-631B-4420-BBFC-CA0AFA59F747}" presName="firstChildTx" presStyleLbl="bgAccFollowNode1" presStyleIdx="0" presStyleCnt="2">
        <dgm:presLayoutVars>
          <dgm:bulletEnabled val="1"/>
        </dgm:presLayoutVars>
      </dgm:prSet>
      <dgm:spPr/>
    </dgm:pt>
    <dgm:pt modelId="{F3C2D87B-A5E7-46E2-B3D3-58E6D9562663}" type="pres">
      <dgm:prSet presAssocID="{50451020-5E1A-4778-9E8D-169182A36191}" presName="comp" presStyleCnt="0"/>
      <dgm:spPr/>
    </dgm:pt>
    <dgm:pt modelId="{3086D0BF-AAD1-4310-88ED-4D81A687BD50}" type="pres">
      <dgm:prSet presAssocID="{50451020-5E1A-4778-9E8D-169182A36191}" presName="child" presStyleLbl="bgAccFollowNode1" presStyleIdx="1" presStyleCnt="2" custScaleX="117389" custScaleY="145944" custLinFactNeighborX="32028" custLinFactNeighborY="-33176"/>
      <dgm:spPr/>
    </dgm:pt>
    <dgm:pt modelId="{2B18CCD9-D6B1-4225-8D26-4BA691BB1837}" type="pres">
      <dgm:prSet presAssocID="{50451020-5E1A-4778-9E8D-169182A36191}" presName="childTx" presStyleLbl="bgAccFollowNode1" presStyleIdx="1" presStyleCnt="2">
        <dgm:presLayoutVars>
          <dgm:bulletEnabled val="1"/>
        </dgm:presLayoutVars>
      </dgm:prSet>
      <dgm:spPr/>
    </dgm:pt>
    <dgm:pt modelId="{9051EF7D-7D6C-4B43-A6C4-239F9933C94D}" type="pres">
      <dgm:prSet presAssocID="{7FCE83D9-631B-4420-BBFC-CA0AFA59F747}" presName="negSpace" presStyleCnt="0"/>
      <dgm:spPr/>
    </dgm:pt>
    <dgm:pt modelId="{7453D9C8-CD6E-4AA4-8A19-7F6F667528F0}" type="pres">
      <dgm:prSet presAssocID="{7FCE83D9-631B-4420-BBFC-CA0AFA59F747}" presName="circle" presStyleLbl="node1" presStyleIdx="0" presStyleCnt="1" custScaleX="179505" custScaleY="92058" custLinFactY="5394" custLinFactNeighborX="-85320" custLinFactNeighborY="100000"/>
      <dgm:spPr/>
    </dgm:pt>
  </dgm:ptLst>
  <dgm:cxnLst>
    <dgm:cxn modelId="{7F3B5912-CE3A-4F69-B6A0-82162798FA63}" type="presOf" srcId="{00C18FBF-3FF5-4C16-97CF-AF03740D7AB6}" destId="{0DC7A063-583D-4B0F-88B2-BD54F95D95AF}" srcOrd="0" destOrd="0" presId="urn:microsoft.com/office/officeart/2005/8/layout/hList9"/>
    <dgm:cxn modelId="{16E03549-76FD-4D73-932D-9C88E7D9FF05}" type="presOf" srcId="{DB9FB862-4759-4D6A-84F3-01524B92723B}" destId="{402C2C77-A32C-4D99-9940-12535E1181F2}" srcOrd="0" destOrd="0" presId="urn:microsoft.com/office/officeart/2005/8/layout/hList9"/>
    <dgm:cxn modelId="{B2647B56-8947-4632-AB4A-42CBB9B48494}" type="presOf" srcId="{7FCE83D9-631B-4420-BBFC-CA0AFA59F747}" destId="{7453D9C8-CD6E-4AA4-8A19-7F6F667528F0}" srcOrd="0" destOrd="0" presId="urn:microsoft.com/office/officeart/2005/8/layout/hList9"/>
    <dgm:cxn modelId="{E572418E-4340-4448-940D-253A2FA3B9B3}" srcId="{00C18FBF-3FF5-4C16-97CF-AF03740D7AB6}" destId="{7FCE83D9-631B-4420-BBFC-CA0AFA59F747}" srcOrd="0" destOrd="0" parTransId="{C61EC981-13FA-4710-B079-D35692EEB764}" sibTransId="{1B48A0DE-4031-4D45-86A1-94CDAF68824A}"/>
    <dgm:cxn modelId="{6C9D5899-99E2-4916-98F9-1660647928E3}" type="presOf" srcId="{DB9FB862-4759-4D6A-84F3-01524B92723B}" destId="{5B88A17E-EFF5-4A04-9CC9-D2131DA9ECCC}" srcOrd="1" destOrd="0" presId="urn:microsoft.com/office/officeart/2005/8/layout/hList9"/>
    <dgm:cxn modelId="{0F86DBDB-3C4F-4C84-981B-7F4CA2A8EAF3}" srcId="{7FCE83D9-631B-4420-BBFC-CA0AFA59F747}" destId="{50451020-5E1A-4778-9E8D-169182A36191}" srcOrd="1" destOrd="0" parTransId="{7DFC3849-4A12-49FB-B614-8AFD597CCB9E}" sibTransId="{EEDE2474-4F18-4F59-8E58-6382D253E514}"/>
    <dgm:cxn modelId="{114529EA-CDEE-4574-B59D-8F35E4FE7A75}" type="presOf" srcId="{50451020-5E1A-4778-9E8D-169182A36191}" destId="{3086D0BF-AAD1-4310-88ED-4D81A687BD50}" srcOrd="0" destOrd="0" presId="urn:microsoft.com/office/officeart/2005/8/layout/hList9"/>
    <dgm:cxn modelId="{4CCFFDF9-D8E9-43FF-9A5C-0D554AC5AAB1}" type="presOf" srcId="{50451020-5E1A-4778-9E8D-169182A36191}" destId="{2B18CCD9-D6B1-4225-8D26-4BA691BB1837}" srcOrd="1" destOrd="0" presId="urn:microsoft.com/office/officeart/2005/8/layout/hList9"/>
    <dgm:cxn modelId="{70CAB4FC-3D17-49C2-8A7B-F387031FCDCA}" srcId="{7FCE83D9-631B-4420-BBFC-CA0AFA59F747}" destId="{DB9FB862-4759-4D6A-84F3-01524B92723B}" srcOrd="0" destOrd="0" parTransId="{CD1EE44C-3116-420B-89E3-1D797CB25D34}" sibTransId="{4BD4D4A5-043E-4ED5-A5CA-8D46DADC3150}"/>
    <dgm:cxn modelId="{A4221FEF-656B-43DD-8382-199EAB5F1E7B}" type="presParOf" srcId="{0DC7A063-583D-4B0F-88B2-BD54F95D95AF}" destId="{229B7655-E1F4-4CF5-84B8-30F0491D32B5}" srcOrd="0" destOrd="0" presId="urn:microsoft.com/office/officeart/2005/8/layout/hList9"/>
    <dgm:cxn modelId="{48FA6F14-4694-4C77-8D75-48D3A22A3540}" type="presParOf" srcId="{0DC7A063-583D-4B0F-88B2-BD54F95D95AF}" destId="{F85FFCDF-8E5F-492B-B22D-55A08EACE783}" srcOrd="1" destOrd="0" presId="urn:microsoft.com/office/officeart/2005/8/layout/hList9"/>
    <dgm:cxn modelId="{3995A447-6B53-4DFA-8494-06C3A1F8D7F7}" type="presParOf" srcId="{F85FFCDF-8E5F-492B-B22D-55A08EACE783}" destId="{600B3FB2-1315-4A84-8613-B445666BC7D2}" srcOrd="0" destOrd="0" presId="urn:microsoft.com/office/officeart/2005/8/layout/hList9"/>
    <dgm:cxn modelId="{C652D75D-BE73-43BB-9138-B232AAF272A1}" type="presParOf" srcId="{F85FFCDF-8E5F-492B-B22D-55A08EACE783}" destId="{E47C73E9-FBEE-4370-9B3F-E04EB7C4023A}" srcOrd="1" destOrd="0" presId="urn:microsoft.com/office/officeart/2005/8/layout/hList9"/>
    <dgm:cxn modelId="{5F19BD3C-10AC-4F51-A8FD-00351A52371B}" type="presParOf" srcId="{E47C73E9-FBEE-4370-9B3F-E04EB7C4023A}" destId="{402C2C77-A32C-4D99-9940-12535E1181F2}" srcOrd="0" destOrd="0" presId="urn:microsoft.com/office/officeart/2005/8/layout/hList9"/>
    <dgm:cxn modelId="{1D14EEBA-2351-4066-8BB7-C42885F1D780}" type="presParOf" srcId="{E47C73E9-FBEE-4370-9B3F-E04EB7C4023A}" destId="{5B88A17E-EFF5-4A04-9CC9-D2131DA9ECCC}" srcOrd="1" destOrd="0" presId="urn:microsoft.com/office/officeart/2005/8/layout/hList9"/>
    <dgm:cxn modelId="{D230C2D8-6446-403F-971D-BA59F9482A7E}" type="presParOf" srcId="{F85FFCDF-8E5F-492B-B22D-55A08EACE783}" destId="{F3C2D87B-A5E7-46E2-B3D3-58E6D9562663}" srcOrd="2" destOrd="0" presId="urn:microsoft.com/office/officeart/2005/8/layout/hList9"/>
    <dgm:cxn modelId="{71EFAC4F-7BC1-470A-9459-DE14D03A3B20}" type="presParOf" srcId="{F3C2D87B-A5E7-46E2-B3D3-58E6D9562663}" destId="{3086D0BF-AAD1-4310-88ED-4D81A687BD50}" srcOrd="0" destOrd="0" presId="urn:microsoft.com/office/officeart/2005/8/layout/hList9"/>
    <dgm:cxn modelId="{6035C1AD-47FA-47BC-9D78-974272EBB1D2}" type="presParOf" srcId="{F3C2D87B-A5E7-46E2-B3D3-58E6D9562663}" destId="{2B18CCD9-D6B1-4225-8D26-4BA691BB1837}" srcOrd="1" destOrd="0" presId="urn:microsoft.com/office/officeart/2005/8/layout/hList9"/>
    <dgm:cxn modelId="{ADA815FB-429E-4ABD-97FC-4AEA97B4630C}" type="presParOf" srcId="{0DC7A063-583D-4B0F-88B2-BD54F95D95AF}" destId="{9051EF7D-7D6C-4B43-A6C4-239F9933C94D}" srcOrd="2" destOrd="0" presId="urn:microsoft.com/office/officeart/2005/8/layout/hList9"/>
    <dgm:cxn modelId="{7961C21C-3FE8-4B71-95E5-AB5835F91CC1}" type="presParOf" srcId="{0DC7A063-583D-4B0F-88B2-BD54F95D95AF}" destId="{7453D9C8-CD6E-4AA4-8A19-7F6F667528F0}" srcOrd="3" destOrd="0" presId="urn:microsoft.com/office/officeart/2005/8/layout/hList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0C18FBF-3FF5-4C16-97CF-AF03740D7AB6}" type="doc">
      <dgm:prSet loTypeId="urn:microsoft.com/office/officeart/2005/8/layout/hList9" loCatId="list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2881FB1-6580-4F21-A283-BFAA6F91D5D2}">
      <dgm:prSet phldrT="[Text]"/>
      <dgm:spPr/>
      <dgm:t>
        <a:bodyPr/>
        <a:lstStyle/>
        <a:p>
          <a:r>
            <a:rPr lang="ar-AE" b="1" dirty="0">
              <a:latin typeface="Amiri Quran" panose="00000500000000000000" pitchFamily="2" charset="-78"/>
              <a:cs typeface="Amiri Quran" panose="00000500000000000000" pitchFamily="2" charset="-78"/>
            </a:rPr>
            <a:t>الكناية</a:t>
          </a:r>
          <a:endParaRPr lang="en-US" dirty="0"/>
        </a:p>
      </dgm:t>
    </dgm:pt>
    <dgm:pt modelId="{2D960FDD-BADA-480D-9043-497C56588AD3}" type="parTrans" cxnId="{4A31D641-1B5D-46D3-B685-0C4DC6EFE71B}">
      <dgm:prSet/>
      <dgm:spPr/>
      <dgm:t>
        <a:bodyPr/>
        <a:lstStyle/>
        <a:p>
          <a:endParaRPr lang="en-US"/>
        </a:p>
      </dgm:t>
    </dgm:pt>
    <dgm:pt modelId="{A5ABDC17-7AB5-4F0E-992A-F9343F5D74EB}" type="sibTrans" cxnId="{4A31D641-1B5D-46D3-B685-0C4DC6EFE71B}">
      <dgm:prSet/>
      <dgm:spPr/>
      <dgm:t>
        <a:bodyPr/>
        <a:lstStyle/>
        <a:p>
          <a:endParaRPr lang="en-US"/>
        </a:p>
      </dgm:t>
    </dgm:pt>
    <dgm:pt modelId="{6352CA33-6755-44BE-808F-400DA4CF80A7}">
      <dgm:prSet phldrT="[Text]"/>
      <dgm:spPr/>
      <dgm:t>
        <a:bodyPr/>
        <a:lstStyle/>
        <a:p>
          <a:r>
            <a:rPr lang="ar-AE" b="1" dirty="0">
              <a:latin typeface="Amiri Quran" panose="00000500000000000000" pitchFamily="2" charset="-78"/>
              <a:cs typeface="Amiri Quran" panose="00000500000000000000" pitchFamily="2" charset="-78"/>
            </a:rPr>
            <a:t>الاستعارة</a:t>
          </a:r>
          <a:endParaRPr lang="en-US" dirty="0"/>
        </a:p>
      </dgm:t>
    </dgm:pt>
    <dgm:pt modelId="{AEB59203-63BA-4A96-BADC-40BAEBD9AA40}" type="parTrans" cxnId="{82BAE5DD-3A79-4870-9019-1254385E0650}">
      <dgm:prSet/>
      <dgm:spPr/>
      <dgm:t>
        <a:bodyPr/>
        <a:lstStyle/>
        <a:p>
          <a:endParaRPr lang="en-US"/>
        </a:p>
      </dgm:t>
    </dgm:pt>
    <dgm:pt modelId="{AAB4CF73-4B9B-4AA0-9074-16C2D2AE00A1}" type="sibTrans" cxnId="{82BAE5DD-3A79-4870-9019-1254385E0650}">
      <dgm:prSet/>
      <dgm:spPr/>
      <dgm:t>
        <a:bodyPr/>
        <a:lstStyle/>
        <a:p>
          <a:endParaRPr lang="en-US"/>
        </a:p>
      </dgm:t>
    </dgm:pt>
    <dgm:pt modelId="{7FCE83D9-631B-4420-BBFC-CA0AFA59F747}">
      <dgm:prSet phldrT="[Text]"/>
      <dgm:spPr/>
      <dgm:t>
        <a:bodyPr/>
        <a:lstStyle/>
        <a:p>
          <a:r>
            <a:rPr lang="ar-AE" b="1" dirty="0">
              <a:latin typeface="Amiri Quran" panose="00000500000000000000" pitchFamily="2" charset="-78"/>
              <a:cs typeface="Amiri Quran" panose="00000500000000000000" pitchFamily="2" charset="-78"/>
            </a:rPr>
            <a:t>التشبيه</a:t>
          </a:r>
          <a:endParaRPr lang="en-US" dirty="0"/>
        </a:p>
      </dgm:t>
    </dgm:pt>
    <dgm:pt modelId="{C61EC981-13FA-4710-B079-D35692EEB764}" type="parTrans" cxnId="{E572418E-4340-4448-940D-253A2FA3B9B3}">
      <dgm:prSet/>
      <dgm:spPr/>
      <dgm:t>
        <a:bodyPr/>
        <a:lstStyle/>
        <a:p>
          <a:endParaRPr lang="en-US"/>
        </a:p>
      </dgm:t>
    </dgm:pt>
    <dgm:pt modelId="{1B48A0DE-4031-4D45-86A1-94CDAF68824A}" type="sibTrans" cxnId="{E572418E-4340-4448-940D-253A2FA3B9B3}">
      <dgm:prSet/>
      <dgm:spPr/>
      <dgm:t>
        <a:bodyPr/>
        <a:lstStyle/>
        <a:p>
          <a:endParaRPr lang="en-US"/>
        </a:p>
      </dgm:t>
    </dgm:pt>
    <dgm:pt modelId="{0DC7A063-583D-4B0F-88B2-BD54F95D95AF}" type="pres">
      <dgm:prSet presAssocID="{00C18FBF-3FF5-4C16-97CF-AF03740D7AB6}" presName="list" presStyleCnt="0">
        <dgm:presLayoutVars>
          <dgm:dir/>
          <dgm:animLvl val="lvl"/>
        </dgm:presLayoutVars>
      </dgm:prSet>
      <dgm:spPr/>
    </dgm:pt>
    <dgm:pt modelId="{6300E233-87DF-4270-9808-160BFEB8A5BE}" type="pres">
      <dgm:prSet presAssocID="{F2881FB1-6580-4F21-A283-BFAA6F91D5D2}" presName="posSpace" presStyleCnt="0"/>
      <dgm:spPr/>
    </dgm:pt>
    <dgm:pt modelId="{6E53DEF7-499E-42EE-802D-59B2F8915392}" type="pres">
      <dgm:prSet presAssocID="{F2881FB1-6580-4F21-A283-BFAA6F91D5D2}" presName="vertFlow" presStyleCnt="0"/>
      <dgm:spPr/>
    </dgm:pt>
    <dgm:pt modelId="{E08C30D1-35EA-4D05-9731-5D01E3FCBD09}" type="pres">
      <dgm:prSet presAssocID="{F2881FB1-6580-4F21-A283-BFAA6F91D5D2}" presName="topSpace" presStyleCnt="0"/>
      <dgm:spPr/>
    </dgm:pt>
    <dgm:pt modelId="{2F3BD88A-9166-4A26-B941-B9BAEE1A11D5}" type="pres">
      <dgm:prSet presAssocID="{F2881FB1-6580-4F21-A283-BFAA6F91D5D2}" presName="firstComp" presStyleCnt="0"/>
      <dgm:spPr/>
    </dgm:pt>
    <dgm:pt modelId="{F660F4B9-35DB-4256-A868-A35C6DCCF6B2}" type="pres">
      <dgm:prSet presAssocID="{F2881FB1-6580-4F21-A283-BFAA6F91D5D2}" presName="firstChild" presStyleLbl="bgAccFollowNode1" presStyleIdx="0" presStyleCnt="3" custFlipVert="1" custScaleX="2482" custScaleY="3125" custLinFactNeighborX="-58204" custLinFactNeighborY="-57350"/>
      <dgm:spPr/>
    </dgm:pt>
    <dgm:pt modelId="{10C9E3CF-3A8F-4100-8ACD-91E2373197A2}" type="pres">
      <dgm:prSet presAssocID="{F2881FB1-6580-4F21-A283-BFAA6F91D5D2}" presName="firstChildTx" presStyleLbl="bgAccFollowNode1" presStyleIdx="0" presStyleCnt="3">
        <dgm:presLayoutVars>
          <dgm:bulletEnabled val="1"/>
        </dgm:presLayoutVars>
      </dgm:prSet>
      <dgm:spPr/>
    </dgm:pt>
    <dgm:pt modelId="{69136330-53DB-4978-A56B-160862279381}" type="pres">
      <dgm:prSet presAssocID="{F2881FB1-6580-4F21-A283-BFAA6F91D5D2}" presName="negSpace" presStyleCnt="0"/>
      <dgm:spPr/>
    </dgm:pt>
    <dgm:pt modelId="{FD776C1E-557E-4553-9447-49B69EEC7907}" type="pres">
      <dgm:prSet presAssocID="{F2881FB1-6580-4F21-A283-BFAA6F91D5D2}" presName="circle" presStyleLbl="node1" presStyleIdx="0" presStyleCnt="3" custLinFactNeighborX="43964" custLinFactNeighborY="-3980"/>
      <dgm:spPr/>
    </dgm:pt>
    <dgm:pt modelId="{FC2522F1-14BB-4B37-B60E-2E8A7E8A6C30}" type="pres">
      <dgm:prSet presAssocID="{A5ABDC17-7AB5-4F0E-992A-F9343F5D74EB}" presName="transSpace" presStyleCnt="0"/>
      <dgm:spPr/>
    </dgm:pt>
    <dgm:pt modelId="{2C2F6211-85A7-47FE-9239-DE94DF41A263}" type="pres">
      <dgm:prSet presAssocID="{6352CA33-6755-44BE-808F-400DA4CF80A7}" presName="posSpace" presStyleCnt="0"/>
      <dgm:spPr/>
    </dgm:pt>
    <dgm:pt modelId="{7B0C2EAE-70CB-4160-863D-210C3C66D5FD}" type="pres">
      <dgm:prSet presAssocID="{6352CA33-6755-44BE-808F-400DA4CF80A7}" presName="vertFlow" presStyleCnt="0"/>
      <dgm:spPr/>
    </dgm:pt>
    <dgm:pt modelId="{5AF3752E-55A6-443C-AD35-C49DF50A4566}" type="pres">
      <dgm:prSet presAssocID="{6352CA33-6755-44BE-808F-400DA4CF80A7}" presName="topSpace" presStyleCnt="0"/>
      <dgm:spPr/>
    </dgm:pt>
    <dgm:pt modelId="{53567A66-F0E9-4EF8-ADA9-764BA36AA6A9}" type="pres">
      <dgm:prSet presAssocID="{6352CA33-6755-44BE-808F-400DA4CF80A7}" presName="firstComp" presStyleCnt="0"/>
      <dgm:spPr/>
    </dgm:pt>
    <dgm:pt modelId="{AD2806AC-6A03-4F05-9F4D-F72EA0E56FBF}" type="pres">
      <dgm:prSet presAssocID="{6352CA33-6755-44BE-808F-400DA4CF80A7}" presName="firstChild" presStyleLbl="bgAccFollowNode1" presStyleIdx="1" presStyleCnt="3" custFlipVert="1" custFlipHor="0" custScaleX="2482" custScaleY="13274" custLinFactNeighborX="-26169" custLinFactNeighborY="-44605"/>
      <dgm:spPr/>
    </dgm:pt>
    <dgm:pt modelId="{F8977219-728E-448F-AE8B-46B14F4F17DE}" type="pres">
      <dgm:prSet presAssocID="{6352CA33-6755-44BE-808F-400DA4CF80A7}" presName="firstChildTx" presStyleLbl="bgAccFollowNode1" presStyleIdx="1" presStyleCnt="3">
        <dgm:presLayoutVars>
          <dgm:bulletEnabled val="1"/>
        </dgm:presLayoutVars>
      </dgm:prSet>
      <dgm:spPr/>
    </dgm:pt>
    <dgm:pt modelId="{FBCC4E74-37C0-494F-ABC0-7D18132E1437}" type="pres">
      <dgm:prSet presAssocID="{6352CA33-6755-44BE-808F-400DA4CF80A7}" presName="negSpace" presStyleCnt="0"/>
      <dgm:spPr/>
    </dgm:pt>
    <dgm:pt modelId="{89E6DA6E-7A23-44BD-8A99-378091FF741D}" type="pres">
      <dgm:prSet presAssocID="{6352CA33-6755-44BE-808F-400DA4CF80A7}" presName="circle" presStyleLbl="node1" presStyleIdx="1" presStyleCnt="3" custLinFactNeighborX="38657" custLinFactNeighborY="-2843"/>
      <dgm:spPr/>
    </dgm:pt>
    <dgm:pt modelId="{E966790E-26B5-4EB8-981F-1094BF4B7611}" type="pres">
      <dgm:prSet presAssocID="{AAB4CF73-4B9B-4AA0-9074-16C2D2AE00A1}" presName="transSpace" presStyleCnt="0"/>
      <dgm:spPr/>
    </dgm:pt>
    <dgm:pt modelId="{229B7655-E1F4-4CF5-84B8-30F0491D32B5}" type="pres">
      <dgm:prSet presAssocID="{7FCE83D9-631B-4420-BBFC-CA0AFA59F747}" presName="posSpace" presStyleCnt="0"/>
      <dgm:spPr/>
    </dgm:pt>
    <dgm:pt modelId="{F85FFCDF-8E5F-492B-B22D-55A08EACE783}" type="pres">
      <dgm:prSet presAssocID="{7FCE83D9-631B-4420-BBFC-CA0AFA59F747}" presName="vertFlow" presStyleCnt="0"/>
      <dgm:spPr/>
    </dgm:pt>
    <dgm:pt modelId="{600B3FB2-1315-4A84-8613-B445666BC7D2}" type="pres">
      <dgm:prSet presAssocID="{7FCE83D9-631B-4420-BBFC-CA0AFA59F747}" presName="topSpace" presStyleCnt="0"/>
      <dgm:spPr/>
    </dgm:pt>
    <dgm:pt modelId="{E47C73E9-FBEE-4370-9B3F-E04EB7C4023A}" type="pres">
      <dgm:prSet presAssocID="{7FCE83D9-631B-4420-BBFC-CA0AFA59F747}" presName="firstComp" presStyleCnt="0"/>
      <dgm:spPr/>
    </dgm:pt>
    <dgm:pt modelId="{402C2C77-A32C-4D99-9940-12535E1181F2}" type="pres">
      <dgm:prSet presAssocID="{7FCE83D9-631B-4420-BBFC-CA0AFA59F747}" presName="firstChild" presStyleLbl="bgAccFollowNode1" presStyleIdx="2" presStyleCnt="3" custFlipVert="1" custFlipHor="1" custScaleX="12740" custScaleY="7751" custLinFactNeighborX="-42863" custLinFactNeighborY="-70743"/>
      <dgm:spPr/>
    </dgm:pt>
    <dgm:pt modelId="{5B88A17E-EFF5-4A04-9CC9-D2131DA9ECCC}" type="pres">
      <dgm:prSet presAssocID="{7FCE83D9-631B-4420-BBFC-CA0AFA59F747}" presName="firstChildTx" presStyleLbl="bgAccFollowNode1" presStyleIdx="2" presStyleCnt="3">
        <dgm:presLayoutVars>
          <dgm:bulletEnabled val="1"/>
        </dgm:presLayoutVars>
      </dgm:prSet>
      <dgm:spPr/>
    </dgm:pt>
    <dgm:pt modelId="{9051EF7D-7D6C-4B43-A6C4-239F9933C94D}" type="pres">
      <dgm:prSet presAssocID="{7FCE83D9-631B-4420-BBFC-CA0AFA59F747}" presName="negSpace" presStyleCnt="0"/>
      <dgm:spPr/>
    </dgm:pt>
    <dgm:pt modelId="{7453D9C8-CD6E-4AA4-8A19-7F6F667528F0}" type="pres">
      <dgm:prSet presAssocID="{7FCE83D9-631B-4420-BBFC-CA0AFA59F747}" presName="circle" presStyleLbl="node1" presStyleIdx="2" presStyleCnt="3" custLinFactNeighborX="29660" custLinFactNeighborY="-3852"/>
      <dgm:spPr/>
    </dgm:pt>
  </dgm:ptLst>
  <dgm:cxnLst>
    <dgm:cxn modelId="{20AF3F0D-FCCC-4AE8-8B10-DDA56D69A389}" type="presOf" srcId="{6352CA33-6755-44BE-808F-400DA4CF80A7}" destId="{89E6DA6E-7A23-44BD-8A99-378091FF741D}" srcOrd="0" destOrd="0" presId="urn:microsoft.com/office/officeart/2005/8/layout/hList9"/>
    <dgm:cxn modelId="{7F3B5912-CE3A-4F69-B6A0-82162798FA63}" type="presOf" srcId="{00C18FBF-3FF5-4C16-97CF-AF03740D7AB6}" destId="{0DC7A063-583D-4B0F-88B2-BD54F95D95AF}" srcOrd="0" destOrd="0" presId="urn:microsoft.com/office/officeart/2005/8/layout/hList9"/>
    <dgm:cxn modelId="{4A31D641-1B5D-46D3-B685-0C4DC6EFE71B}" srcId="{00C18FBF-3FF5-4C16-97CF-AF03740D7AB6}" destId="{F2881FB1-6580-4F21-A283-BFAA6F91D5D2}" srcOrd="0" destOrd="0" parTransId="{2D960FDD-BADA-480D-9043-497C56588AD3}" sibTransId="{A5ABDC17-7AB5-4F0E-992A-F9343F5D74EB}"/>
    <dgm:cxn modelId="{B2647B56-8947-4632-AB4A-42CBB9B48494}" type="presOf" srcId="{7FCE83D9-631B-4420-BBFC-CA0AFA59F747}" destId="{7453D9C8-CD6E-4AA4-8A19-7F6F667528F0}" srcOrd="0" destOrd="0" presId="urn:microsoft.com/office/officeart/2005/8/layout/hList9"/>
    <dgm:cxn modelId="{E572418E-4340-4448-940D-253A2FA3B9B3}" srcId="{00C18FBF-3FF5-4C16-97CF-AF03740D7AB6}" destId="{7FCE83D9-631B-4420-BBFC-CA0AFA59F747}" srcOrd="2" destOrd="0" parTransId="{C61EC981-13FA-4710-B079-D35692EEB764}" sibTransId="{1B48A0DE-4031-4D45-86A1-94CDAF68824A}"/>
    <dgm:cxn modelId="{77F620CE-FC2D-42CF-890C-6A28A43BA06E}" type="presOf" srcId="{F2881FB1-6580-4F21-A283-BFAA6F91D5D2}" destId="{FD776C1E-557E-4553-9447-49B69EEC7907}" srcOrd="0" destOrd="0" presId="urn:microsoft.com/office/officeart/2005/8/layout/hList9"/>
    <dgm:cxn modelId="{82BAE5DD-3A79-4870-9019-1254385E0650}" srcId="{00C18FBF-3FF5-4C16-97CF-AF03740D7AB6}" destId="{6352CA33-6755-44BE-808F-400DA4CF80A7}" srcOrd="1" destOrd="0" parTransId="{AEB59203-63BA-4A96-BADC-40BAEBD9AA40}" sibTransId="{AAB4CF73-4B9B-4AA0-9074-16C2D2AE00A1}"/>
    <dgm:cxn modelId="{775600F8-FCFE-4862-8108-85F84EA9DEE2}" type="presParOf" srcId="{0DC7A063-583D-4B0F-88B2-BD54F95D95AF}" destId="{6300E233-87DF-4270-9808-160BFEB8A5BE}" srcOrd="0" destOrd="0" presId="urn:microsoft.com/office/officeart/2005/8/layout/hList9"/>
    <dgm:cxn modelId="{AE3B7A69-67E7-41D2-BC1A-3586A3CC259D}" type="presParOf" srcId="{0DC7A063-583D-4B0F-88B2-BD54F95D95AF}" destId="{6E53DEF7-499E-42EE-802D-59B2F8915392}" srcOrd="1" destOrd="0" presId="urn:microsoft.com/office/officeart/2005/8/layout/hList9"/>
    <dgm:cxn modelId="{76A9B804-07B5-4060-AA61-249A1765ECB9}" type="presParOf" srcId="{6E53DEF7-499E-42EE-802D-59B2F8915392}" destId="{E08C30D1-35EA-4D05-9731-5D01E3FCBD09}" srcOrd="0" destOrd="0" presId="urn:microsoft.com/office/officeart/2005/8/layout/hList9"/>
    <dgm:cxn modelId="{6162898E-21FD-497B-BFEE-B78CF45F7D9A}" type="presParOf" srcId="{6E53DEF7-499E-42EE-802D-59B2F8915392}" destId="{2F3BD88A-9166-4A26-B941-B9BAEE1A11D5}" srcOrd="1" destOrd="0" presId="urn:microsoft.com/office/officeart/2005/8/layout/hList9"/>
    <dgm:cxn modelId="{71D4EFDE-15BC-4327-9242-5F72F9DAFAD4}" type="presParOf" srcId="{2F3BD88A-9166-4A26-B941-B9BAEE1A11D5}" destId="{F660F4B9-35DB-4256-A868-A35C6DCCF6B2}" srcOrd="0" destOrd="0" presId="urn:microsoft.com/office/officeart/2005/8/layout/hList9"/>
    <dgm:cxn modelId="{9B414BA4-2018-40DF-8E7D-AD7E78EF0217}" type="presParOf" srcId="{2F3BD88A-9166-4A26-B941-B9BAEE1A11D5}" destId="{10C9E3CF-3A8F-4100-8ACD-91E2373197A2}" srcOrd="1" destOrd="0" presId="urn:microsoft.com/office/officeart/2005/8/layout/hList9"/>
    <dgm:cxn modelId="{D8406746-50BE-425E-A523-9ED524500743}" type="presParOf" srcId="{0DC7A063-583D-4B0F-88B2-BD54F95D95AF}" destId="{69136330-53DB-4978-A56B-160862279381}" srcOrd="2" destOrd="0" presId="urn:microsoft.com/office/officeart/2005/8/layout/hList9"/>
    <dgm:cxn modelId="{A91BC494-75AC-4CCA-8CC1-7E9884C2F3AD}" type="presParOf" srcId="{0DC7A063-583D-4B0F-88B2-BD54F95D95AF}" destId="{FD776C1E-557E-4553-9447-49B69EEC7907}" srcOrd="3" destOrd="0" presId="urn:microsoft.com/office/officeart/2005/8/layout/hList9"/>
    <dgm:cxn modelId="{487F9920-08DF-4AC5-BA64-D35F42602B66}" type="presParOf" srcId="{0DC7A063-583D-4B0F-88B2-BD54F95D95AF}" destId="{FC2522F1-14BB-4B37-B60E-2E8A7E8A6C30}" srcOrd="4" destOrd="0" presId="urn:microsoft.com/office/officeart/2005/8/layout/hList9"/>
    <dgm:cxn modelId="{DC194D92-7E98-42DD-A8CA-BCD1EDD2C95D}" type="presParOf" srcId="{0DC7A063-583D-4B0F-88B2-BD54F95D95AF}" destId="{2C2F6211-85A7-47FE-9239-DE94DF41A263}" srcOrd="5" destOrd="0" presId="urn:microsoft.com/office/officeart/2005/8/layout/hList9"/>
    <dgm:cxn modelId="{575F4FD6-9E0F-4F5E-88EE-9B265B6FD4F4}" type="presParOf" srcId="{0DC7A063-583D-4B0F-88B2-BD54F95D95AF}" destId="{7B0C2EAE-70CB-4160-863D-210C3C66D5FD}" srcOrd="6" destOrd="0" presId="urn:microsoft.com/office/officeart/2005/8/layout/hList9"/>
    <dgm:cxn modelId="{8AE96C49-A416-4FC7-84EE-2BDAF35C57FF}" type="presParOf" srcId="{7B0C2EAE-70CB-4160-863D-210C3C66D5FD}" destId="{5AF3752E-55A6-443C-AD35-C49DF50A4566}" srcOrd="0" destOrd="0" presId="urn:microsoft.com/office/officeart/2005/8/layout/hList9"/>
    <dgm:cxn modelId="{235B263C-399E-4245-95BD-2AA1F19D4AB4}" type="presParOf" srcId="{7B0C2EAE-70CB-4160-863D-210C3C66D5FD}" destId="{53567A66-F0E9-4EF8-ADA9-764BA36AA6A9}" srcOrd="1" destOrd="0" presId="urn:microsoft.com/office/officeart/2005/8/layout/hList9"/>
    <dgm:cxn modelId="{265DA8D6-D429-4956-8CB8-10EE7EF20F0C}" type="presParOf" srcId="{53567A66-F0E9-4EF8-ADA9-764BA36AA6A9}" destId="{AD2806AC-6A03-4F05-9F4D-F72EA0E56FBF}" srcOrd="0" destOrd="0" presId="urn:microsoft.com/office/officeart/2005/8/layout/hList9"/>
    <dgm:cxn modelId="{35A8C2CA-EB30-45FD-8152-A7470BE42B4C}" type="presParOf" srcId="{53567A66-F0E9-4EF8-ADA9-764BA36AA6A9}" destId="{F8977219-728E-448F-AE8B-46B14F4F17DE}" srcOrd="1" destOrd="0" presId="urn:microsoft.com/office/officeart/2005/8/layout/hList9"/>
    <dgm:cxn modelId="{EF3F399A-E096-436A-AD74-CF747D62B02A}" type="presParOf" srcId="{0DC7A063-583D-4B0F-88B2-BD54F95D95AF}" destId="{FBCC4E74-37C0-494F-ABC0-7D18132E1437}" srcOrd="7" destOrd="0" presId="urn:microsoft.com/office/officeart/2005/8/layout/hList9"/>
    <dgm:cxn modelId="{5EA17F20-F6C6-4B5A-AFEB-38BD8F975065}" type="presParOf" srcId="{0DC7A063-583D-4B0F-88B2-BD54F95D95AF}" destId="{89E6DA6E-7A23-44BD-8A99-378091FF741D}" srcOrd="8" destOrd="0" presId="urn:microsoft.com/office/officeart/2005/8/layout/hList9"/>
    <dgm:cxn modelId="{463280A8-1DBA-4FE7-B5B2-8151A298EB35}" type="presParOf" srcId="{0DC7A063-583D-4B0F-88B2-BD54F95D95AF}" destId="{E966790E-26B5-4EB8-981F-1094BF4B7611}" srcOrd="9" destOrd="0" presId="urn:microsoft.com/office/officeart/2005/8/layout/hList9"/>
    <dgm:cxn modelId="{A4221FEF-656B-43DD-8382-199EAB5F1E7B}" type="presParOf" srcId="{0DC7A063-583D-4B0F-88B2-BD54F95D95AF}" destId="{229B7655-E1F4-4CF5-84B8-30F0491D32B5}" srcOrd="10" destOrd="0" presId="urn:microsoft.com/office/officeart/2005/8/layout/hList9"/>
    <dgm:cxn modelId="{48FA6F14-4694-4C77-8D75-48D3A22A3540}" type="presParOf" srcId="{0DC7A063-583D-4B0F-88B2-BD54F95D95AF}" destId="{F85FFCDF-8E5F-492B-B22D-55A08EACE783}" srcOrd="11" destOrd="0" presId="urn:microsoft.com/office/officeart/2005/8/layout/hList9"/>
    <dgm:cxn modelId="{3995A447-6B53-4DFA-8494-06C3A1F8D7F7}" type="presParOf" srcId="{F85FFCDF-8E5F-492B-B22D-55A08EACE783}" destId="{600B3FB2-1315-4A84-8613-B445666BC7D2}" srcOrd="0" destOrd="0" presId="urn:microsoft.com/office/officeart/2005/8/layout/hList9"/>
    <dgm:cxn modelId="{C652D75D-BE73-43BB-9138-B232AAF272A1}" type="presParOf" srcId="{F85FFCDF-8E5F-492B-B22D-55A08EACE783}" destId="{E47C73E9-FBEE-4370-9B3F-E04EB7C4023A}" srcOrd="1" destOrd="0" presId="urn:microsoft.com/office/officeart/2005/8/layout/hList9"/>
    <dgm:cxn modelId="{5F19BD3C-10AC-4F51-A8FD-00351A52371B}" type="presParOf" srcId="{E47C73E9-FBEE-4370-9B3F-E04EB7C4023A}" destId="{402C2C77-A32C-4D99-9940-12535E1181F2}" srcOrd="0" destOrd="0" presId="urn:microsoft.com/office/officeart/2005/8/layout/hList9"/>
    <dgm:cxn modelId="{1D14EEBA-2351-4066-8BB7-C42885F1D780}" type="presParOf" srcId="{E47C73E9-FBEE-4370-9B3F-E04EB7C4023A}" destId="{5B88A17E-EFF5-4A04-9CC9-D2131DA9ECCC}" srcOrd="1" destOrd="0" presId="urn:microsoft.com/office/officeart/2005/8/layout/hList9"/>
    <dgm:cxn modelId="{ADA815FB-429E-4ABD-97FC-4AEA97B4630C}" type="presParOf" srcId="{0DC7A063-583D-4B0F-88B2-BD54F95D95AF}" destId="{9051EF7D-7D6C-4B43-A6C4-239F9933C94D}" srcOrd="12" destOrd="0" presId="urn:microsoft.com/office/officeart/2005/8/layout/hList9"/>
    <dgm:cxn modelId="{7961C21C-3FE8-4B71-95E5-AB5835F91CC1}" type="presParOf" srcId="{0DC7A063-583D-4B0F-88B2-BD54F95D95AF}" destId="{7453D9C8-CD6E-4AA4-8A19-7F6F667528F0}" srcOrd="13" destOrd="0" presId="urn:microsoft.com/office/officeart/2005/8/layout/hList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00C18FBF-3FF5-4C16-97CF-AF03740D7AB6}" type="doc">
      <dgm:prSet loTypeId="urn:microsoft.com/office/officeart/2005/8/layout/hList9" loCatId="list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2881FB1-6580-4F21-A283-BFAA6F91D5D2}">
      <dgm:prSet phldrT="[Text]"/>
      <dgm:spPr/>
      <dgm:t>
        <a:bodyPr/>
        <a:lstStyle/>
        <a:p>
          <a:r>
            <a:rPr lang="ar-AE" b="1" dirty="0">
              <a:latin typeface="Amiri Quran" panose="00000500000000000000" pitchFamily="2" charset="-78"/>
              <a:cs typeface="Amiri Quran" panose="00000500000000000000" pitchFamily="2" charset="-78"/>
            </a:rPr>
            <a:t>ردّ الأعجاز على الصدور</a:t>
          </a:r>
          <a:endParaRPr lang="en-US" dirty="0"/>
        </a:p>
      </dgm:t>
    </dgm:pt>
    <dgm:pt modelId="{2D960FDD-BADA-480D-9043-497C56588AD3}" type="parTrans" cxnId="{4A31D641-1B5D-46D3-B685-0C4DC6EFE71B}">
      <dgm:prSet/>
      <dgm:spPr/>
      <dgm:t>
        <a:bodyPr/>
        <a:lstStyle/>
        <a:p>
          <a:endParaRPr lang="en-US"/>
        </a:p>
      </dgm:t>
    </dgm:pt>
    <dgm:pt modelId="{A5ABDC17-7AB5-4F0E-992A-F9343F5D74EB}" type="sibTrans" cxnId="{4A31D641-1B5D-46D3-B685-0C4DC6EFE71B}">
      <dgm:prSet/>
      <dgm:spPr/>
      <dgm:t>
        <a:bodyPr/>
        <a:lstStyle/>
        <a:p>
          <a:endParaRPr lang="en-US"/>
        </a:p>
      </dgm:t>
    </dgm:pt>
    <dgm:pt modelId="{6352CA33-6755-44BE-808F-400DA4CF80A7}">
      <dgm:prSet phldrT="[Text]"/>
      <dgm:spPr/>
      <dgm:t>
        <a:bodyPr/>
        <a:lstStyle/>
        <a:p>
          <a:r>
            <a:rPr lang="ar-AE" b="1" dirty="0">
              <a:latin typeface="Amiri Quran" panose="00000500000000000000" pitchFamily="2" charset="-78"/>
              <a:cs typeface="Amiri Quran" panose="00000500000000000000" pitchFamily="2" charset="-78"/>
            </a:rPr>
            <a:t>الطباق/المقابلة</a:t>
          </a:r>
          <a:endParaRPr lang="en-US" dirty="0"/>
        </a:p>
      </dgm:t>
    </dgm:pt>
    <dgm:pt modelId="{AEB59203-63BA-4A96-BADC-40BAEBD9AA40}" type="parTrans" cxnId="{82BAE5DD-3A79-4870-9019-1254385E0650}">
      <dgm:prSet/>
      <dgm:spPr/>
      <dgm:t>
        <a:bodyPr/>
        <a:lstStyle/>
        <a:p>
          <a:endParaRPr lang="en-US"/>
        </a:p>
      </dgm:t>
    </dgm:pt>
    <dgm:pt modelId="{AAB4CF73-4B9B-4AA0-9074-16C2D2AE00A1}" type="sibTrans" cxnId="{82BAE5DD-3A79-4870-9019-1254385E0650}">
      <dgm:prSet/>
      <dgm:spPr/>
      <dgm:t>
        <a:bodyPr/>
        <a:lstStyle/>
        <a:p>
          <a:endParaRPr lang="en-US"/>
        </a:p>
      </dgm:t>
    </dgm:pt>
    <dgm:pt modelId="{7FCE83D9-631B-4420-BBFC-CA0AFA59F747}">
      <dgm:prSet phldrT="[Text]"/>
      <dgm:spPr/>
      <dgm:t>
        <a:bodyPr/>
        <a:lstStyle/>
        <a:p>
          <a:r>
            <a:rPr lang="ar-AE" b="1" dirty="0">
              <a:latin typeface="Amiri Quran" panose="00000500000000000000" pitchFamily="2" charset="-78"/>
              <a:cs typeface="Amiri Quran" panose="00000500000000000000" pitchFamily="2" charset="-78"/>
            </a:rPr>
            <a:t>الجناس</a:t>
          </a:r>
          <a:endParaRPr lang="en-US" dirty="0"/>
        </a:p>
      </dgm:t>
    </dgm:pt>
    <dgm:pt modelId="{C61EC981-13FA-4710-B079-D35692EEB764}" type="parTrans" cxnId="{E572418E-4340-4448-940D-253A2FA3B9B3}">
      <dgm:prSet/>
      <dgm:spPr/>
      <dgm:t>
        <a:bodyPr/>
        <a:lstStyle/>
        <a:p>
          <a:endParaRPr lang="en-US"/>
        </a:p>
      </dgm:t>
    </dgm:pt>
    <dgm:pt modelId="{1B48A0DE-4031-4D45-86A1-94CDAF68824A}" type="sibTrans" cxnId="{E572418E-4340-4448-940D-253A2FA3B9B3}">
      <dgm:prSet/>
      <dgm:spPr/>
      <dgm:t>
        <a:bodyPr/>
        <a:lstStyle/>
        <a:p>
          <a:endParaRPr lang="en-US"/>
        </a:p>
      </dgm:t>
    </dgm:pt>
    <dgm:pt modelId="{0DC7A063-583D-4B0F-88B2-BD54F95D95AF}" type="pres">
      <dgm:prSet presAssocID="{00C18FBF-3FF5-4C16-97CF-AF03740D7AB6}" presName="list" presStyleCnt="0">
        <dgm:presLayoutVars>
          <dgm:dir/>
          <dgm:animLvl val="lvl"/>
        </dgm:presLayoutVars>
      </dgm:prSet>
      <dgm:spPr/>
    </dgm:pt>
    <dgm:pt modelId="{6300E233-87DF-4270-9808-160BFEB8A5BE}" type="pres">
      <dgm:prSet presAssocID="{F2881FB1-6580-4F21-A283-BFAA6F91D5D2}" presName="posSpace" presStyleCnt="0"/>
      <dgm:spPr/>
    </dgm:pt>
    <dgm:pt modelId="{6E53DEF7-499E-42EE-802D-59B2F8915392}" type="pres">
      <dgm:prSet presAssocID="{F2881FB1-6580-4F21-A283-BFAA6F91D5D2}" presName="vertFlow" presStyleCnt="0"/>
      <dgm:spPr/>
    </dgm:pt>
    <dgm:pt modelId="{E08C30D1-35EA-4D05-9731-5D01E3FCBD09}" type="pres">
      <dgm:prSet presAssocID="{F2881FB1-6580-4F21-A283-BFAA6F91D5D2}" presName="topSpace" presStyleCnt="0"/>
      <dgm:spPr/>
    </dgm:pt>
    <dgm:pt modelId="{2F3BD88A-9166-4A26-B941-B9BAEE1A11D5}" type="pres">
      <dgm:prSet presAssocID="{F2881FB1-6580-4F21-A283-BFAA6F91D5D2}" presName="firstComp" presStyleCnt="0"/>
      <dgm:spPr/>
    </dgm:pt>
    <dgm:pt modelId="{F660F4B9-35DB-4256-A868-A35C6DCCF6B2}" type="pres">
      <dgm:prSet presAssocID="{F2881FB1-6580-4F21-A283-BFAA6F91D5D2}" presName="firstChild" presStyleLbl="bgAccFollowNode1" presStyleIdx="0" presStyleCnt="3" custFlipVert="1" custScaleX="2482" custScaleY="3125" custLinFactNeighborX="-58204" custLinFactNeighborY="-57350"/>
      <dgm:spPr/>
    </dgm:pt>
    <dgm:pt modelId="{10C9E3CF-3A8F-4100-8ACD-91E2373197A2}" type="pres">
      <dgm:prSet presAssocID="{F2881FB1-6580-4F21-A283-BFAA6F91D5D2}" presName="firstChildTx" presStyleLbl="bgAccFollowNode1" presStyleIdx="0" presStyleCnt="3">
        <dgm:presLayoutVars>
          <dgm:bulletEnabled val="1"/>
        </dgm:presLayoutVars>
      </dgm:prSet>
      <dgm:spPr/>
    </dgm:pt>
    <dgm:pt modelId="{69136330-53DB-4978-A56B-160862279381}" type="pres">
      <dgm:prSet presAssocID="{F2881FB1-6580-4F21-A283-BFAA6F91D5D2}" presName="negSpace" presStyleCnt="0"/>
      <dgm:spPr/>
    </dgm:pt>
    <dgm:pt modelId="{FD776C1E-557E-4553-9447-49B69EEC7907}" type="pres">
      <dgm:prSet presAssocID="{F2881FB1-6580-4F21-A283-BFAA6F91D5D2}" presName="circle" presStyleLbl="node1" presStyleIdx="0" presStyleCnt="3" custLinFactNeighborX="43964" custLinFactNeighborY="-3980"/>
      <dgm:spPr/>
    </dgm:pt>
    <dgm:pt modelId="{FC2522F1-14BB-4B37-B60E-2E8A7E8A6C30}" type="pres">
      <dgm:prSet presAssocID="{A5ABDC17-7AB5-4F0E-992A-F9343F5D74EB}" presName="transSpace" presStyleCnt="0"/>
      <dgm:spPr/>
    </dgm:pt>
    <dgm:pt modelId="{2C2F6211-85A7-47FE-9239-DE94DF41A263}" type="pres">
      <dgm:prSet presAssocID="{6352CA33-6755-44BE-808F-400DA4CF80A7}" presName="posSpace" presStyleCnt="0"/>
      <dgm:spPr/>
    </dgm:pt>
    <dgm:pt modelId="{7B0C2EAE-70CB-4160-863D-210C3C66D5FD}" type="pres">
      <dgm:prSet presAssocID="{6352CA33-6755-44BE-808F-400DA4CF80A7}" presName="vertFlow" presStyleCnt="0"/>
      <dgm:spPr/>
    </dgm:pt>
    <dgm:pt modelId="{5AF3752E-55A6-443C-AD35-C49DF50A4566}" type="pres">
      <dgm:prSet presAssocID="{6352CA33-6755-44BE-808F-400DA4CF80A7}" presName="topSpace" presStyleCnt="0"/>
      <dgm:spPr/>
    </dgm:pt>
    <dgm:pt modelId="{53567A66-F0E9-4EF8-ADA9-764BA36AA6A9}" type="pres">
      <dgm:prSet presAssocID="{6352CA33-6755-44BE-808F-400DA4CF80A7}" presName="firstComp" presStyleCnt="0"/>
      <dgm:spPr/>
    </dgm:pt>
    <dgm:pt modelId="{AD2806AC-6A03-4F05-9F4D-F72EA0E56FBF}" type="pres">
      <dgm:prSet presAssocID="{6352CA33-6755-44BE-808F-400DA4CF80A7}" presName="firstChild" presStyleLbl="bgAccFollowNode1" presStyleIdx="1" presStyleCnt="3" custFlipVert="1" custFlipHor="0" custScaleX="2482" custScaleY="13274" custLinFactNeighborX="-26169" custLinFactNeighborY="-44605"/>
      <dgm:spPr/>
    </dgm:pt>
    <dgm:pt modelId="{F8977219-728E-448F-AE8B-46B14F4F17DE}" type="pres">
      <dgm:prSet presAssocID="{6352CA33-6755-44BE-808F-400DA4CF80A7}" presName="firstChildTx" presStyleLbl="bgAccFollowNode1" presStyleIdx="1" presStyleCnt="3">
        <dgm:presLayoutVars>
          <dgm:bulletEnabled val="1"/>
        </dgm:presLayoutVars>
      </dgm:prSet>
      <dgm:spPr/>
    </dgm:pt>
    <dgm:pt modelId="{FBCC4E74-37C0-494F-ABC0-7D18132E1437}" type="pres">
      <dgm:prSet presAssocID="{6352CA33-6755-44BE-808F-400DA4CF80A7}" presName="negSpace" presStyleCnt="0"/>
      <dgm:spPr/>
    </dgm:pt>
    <dgm:pt modelId="{89E6DA6E-7A23-44BD-8A99-378091FF741D}" type="pres">
      <dgm:prSet presAssocID="{6352CA33-6755-44BE-808F-400DA4CF80A7}" presName="circle" presStyleLbl="node1" presStyleIdx="1" presStyleCnt="3" custLinFactNeighborX="38657" custLinFactNeighborY="-2843"/>
      <dgm:spPr/>
    </dgm:pt>
    <dgm:pt modelId="{E966790E-26B5-4EB8-981F-1094BF4B7611}" type="pres">
      <dgm:prSet presAssocID="{AAB4CF73-4B9B-4AA0-9074-16C2D2AE00A1}" presName="transSpace" presStyleCnt="0"/>
      <dgm:spPr/>
    </dgm:pt>
    <dgm:pt modelId="{229B7655-E1F4-4CF5-84B8-30F0491D32B5}" type="pres">
      <dgm:prSet presAssocID="{7FCE83D9-631B-4420-BBFC-CA0AFA59F747}" presName="posSpace" presStyleCnt="0"/>
      <dgm:spPr/>
    </dgm:pt>
    <dgm:pt modelId="{F85FFCDF-8E5F-492B-B22D-55A08EACE783}" type="pres">
      <dgm:prSet presAssocID="{7FCE83D9-631B-4420-BBFC-CA0AFA59F747}" presName="vertFlow" presStyleCnt="0"/>
      <dgm:spPr/>
    </dgm:pt>
    <dgm:pt modelId="{600B3FB2-1315-4A84-8613-B445666BC7D2}" type="pres">
      <dgm:prSet presAssocID="{7FCE83D9-631B-4420-BBFC-CA0AFA59F747}" presName="topSpace" presStyleCnt="0"/>
      <dgm:spPr/>
    </dgm:pt>
    <dgm:pt modelId="{E47C73E9-FBEE-4370-9B3F-E04EB7C4023A}" type="pres">
      <dgm:prSet presAssocID="{7FCE83D9-631B-4420-BBFC-CA0AFA59F747}" presName="firstComp" presStyleCnt="0"/>
      <dgm:spPr/>
    </dgm:pt>
    <dgm:pt modelId="{402C2C77-A32C-4D99-9940-12535E1181F2}" type="pres">
      <dgm:prSet presAssocID="{7FCE83D9-631B-4420-BBFC-CA0AFA59F747}" presName="firstChild" presStyleLbl="bgAccFollowNode1" presStyleIdx="2" presStyleCnt="3" custFlipVert="1" custFlipHor="1" custScaleX="12740" custScaleY="7751" custLinFactNeighborX="-42863" custLinFactNeighborY="-70743"/>
      <dgm:spPr/>
    </dgm:pt>
    <dgm:pt modelId="{5B88A17E-EFF5-4A04-9CC9-D2131DA9ECCC}" type="pres">
      <dgm:prSet presAssocID="{7FCE83D9-631B-4420-BBFC-CA0AFA59F747}" presName="firstChildTx" presStyleLbl="bgAccFollowNode1" presStyleIdx="2" presStyleCnt="3">
        <dgm:presLayoutVars>
          <dgm:bulletEnabled val="1"/>
        </dgm:presLayoutVars>
      </dgm:prSet>
      <dgm:spPr/>
    </dgm:pt>
    <dgm:pt modelId="{9051EF7D-7D6C-4B43-A6C4-239F9933C94D}" type="pres">
      <dgm:prSet presAssocID="{7FCE83D9-631B-4420-BBFC-CA0AFA59F747}" presName="negSpace" presStyleCnt="0"/>
      <dgm:spPr/>
    </dgm:pt>
    <dgm:pt modelId="{7453D9C8-CD6E-4AA4-8A19-7F6F667528F0}" type="pres">
      <dgm:prSet presAssocID="{7FCE83D9-631B-4420-BBFC-CA0AFA59F747}" presName="circle" presStyleLbl="node1" presStyleIdx="2" presStyleCnt="3" custLinFactNeighborX="29660" custLinFactNeighborY="-3852"/>
      <dgm:spPr/>
    </dgm:pt>
  </dgm:ptLst>
  <dgm:cxnLst>
    <dgm:cxn modelId="{20AF3F0D-FCCC-4AE8-8B10-DDA56D69A389}" type="presOf" srcId="{6352CA33-6755-44BE-808F-400DA4CF80A7}" destId="{89E6DA6E-7A23-44BD-8A99-378091FF741D}" srcOrd="0" destOrd="0" presId="urn:microsoft.com/office/officeart/2005/8/layout/hList9"/>
    <dgm:cxn modelId="{7F3B5912-CE3A-4F69-B6A0-82162798FA63}" type="presOf" srcId="{00C18FBF-3FF5-4C16-97CF-AF03740D7AB6}" destId="{0DC7A063-583D-4B0F-88B2-BD54F95D95AF}" srcOrd="0" destOrd="0" presId="urn:microsoft.com/office/officeart/2005/8/layout/hList9"/>
    <dgm:cxn modelId="{4A31D641-1B5D-46D3-B685-0C4DC6EFE71B}" srcId="{00C18FBF-3FF5-4C16-97CF-AF03740D7AB6}" destId="{F2881FB1-6580-4F21-A283-BFAA6F91D5D2}" srcOrd="0" destOrd="0" parTransId="{2D960FDD-BADA-480D-9043-497C56588AD3}" sibTransId="{A5ABDC17-7AB5-4F0E-992A-F9343F5D74EB}"/>
    <dgm:cxn modelId="{B2647B56-8947-4632-AB4A-42CBB9B48494}" type="presOf" srcId="{7FCE83D9-631B-4420-BBFC-CA0AFA59F747}" destId="{7453D9C8-CD6E-4AA4-8A19-7F6F667528F0}" srcOrd="0" destOrd="0" presId="urn:microsoft.com/office/officeart/2005/8/layout/hList9"/>
    <dgm:cxn modelId="{E572418E-4340-4448-940D-253A2FA3B9B3}" srcId="{00C18FBF-3FF5-4C16-97CF-AF03740D7AB6}" destId="{7FCE83D9-631B-4420-BBFC-CA0AFA59F747}" srcOrd="2" destOrd="0" parTransId="{C61EC981-13FA-4710-B079-D35692EEB764}" sibTransId="{1B48A0DE-4031-4D45-86A1-94CDAF68824A}"/>
    <dgm:cxn modelId="{77F620CE-FC2D-42CF-890C-6A28A43BA06E}" type="presOf" srcId="{F2881FB1-6580-4F21-A283-BFAA6F91D5D2}" destId="{FD776C1E-557E-4553-9447-49B69EEC7907}" srcOrd="0" destOrd="0" presId="urn:microsoft.com/office/officeart/2005/8/layout/hList9"/>
    <dgm:cxn modelId="{82BAE5DD-3A79-4870-9019-1254385E0650}" srcId="{00C18FBF-3FF5-4C16-97CF-AF03740D7AB6}" destId="{6352CA33-6755-44BE-808F-400DA4CF80A7}" srcOrd="1" destOrd="0" parTransId="{AEB59203-63BA-4A96-BADC-40BAEBD9AA40}" sibTransId="{AAB4CF73-4B9B-4AA0-9074-16C2D2AE00A1}"/>
    <dgm:cxn modelId="{775600F8-FCFE-4862-8108-85F84EA9DEE2}" type="presParOf" srcId="{0DC7A063-583D-4B0F-88B2-BD54F95D95AF}" destId="{6300E233-87DF-4270-9808-160BFEB8A5BE}" srcOrd="0" destOrd="0" presId="urn:microsoft.com/office/officeart/2005/8/layout/hList9"/>
    <dgm:cxn modelId="{AE3B7A69-67E7-41D2-BC1A-3586A3CC259D}" type="presParOf" srcId="{0DC7A063-583D-4B0F-88B2-BD54F95D95AF}" destId="{6E53DEF7-499E-42EE-802D-59B2F8915392}" srcOrd="1" destOrd="0" presId="urn:microsoft.com/office/officeart/2005/8/layout/hList9"/>
    <dgm:cxn modelId="{76A9B804-07B5-4060-AA61-249A1765ECB9}" type="presParOf" srcId="{6E53DEF7-499E-42EE-802D-59B2F8915392}" destId="{E08C30D1-35EA-4D05-9731-5D01E3FCBD09}" srcOrd="0" destOrd="0" presId="urn:microsoft.com/office/officeart/2005/8/layout/hList9"/>
    <dgm:cxn modelId="{6162898E-21FD-497B-BFEE-B78CF45F7D9A}" type="presParOf" srcId="{6E53DEF7-499E-42EE-802D-59B2F8915392}" destId="{2F3BD88A-9166-4A26-B941-B9BAEE1A11D5}" srcOrd="1" destOrd="0" presId="urn:microsoft.com/office/officeart/2005/8/layout/hList9"/>
    <dgm:cxn modelId="{71D4EFDE-15BC-4327-9242-5F72F9DAFAD4}" type="presParOf" srcId="{2F3BD88A-9166-4A26-B941-B9BAEE1A11D5}" destId="{F660F4B9-35DB-4256-A868-A35C6DCCF6B2}" srcOrd="0" destOrd="0" presId="urn:microsoft.com/office/officeart/2005/8/layout/hList9"/>
    <dgm:cxn modelId="{9B414BA4-2018-40DF-8E7D-AD7E78EF0217}" type="presParOf" srcId="{2F3BD88A-9166-4A26-B941-B9BAEE1A11D5}" destId="{10C9E3CF-3A8F-4100-8ACD-91E2373197A2}" srcOrd="1" destOrd="0" presId="urn:microsoft.com/office/officeart/2005/8/layout/hList9"/>
    <dgm:cxn modelId="{D8406746-50BE-425E-A523-9ED524500743}" type="presParOf" srcId="{0DC7A063-583D-4B0F-88B2-BD54F95D95AF}" destId="{69136330-53DB-4978-A56B-160862279381}" srcOrd="2" destOrd="0" presId="urn:microsoft.com/office/officeart/2005/8/layout/hList9"/>
    <dgm:cxn modelId="{A91BC494-75AC-4CCA-8CC1-7E9884C2F3AD}" type="presParOf" srcId="{0DC7A063-583D-4B0F-88B2-BD54F95D95AF}" destId="{FD776C1E-557E-4553-9447-49B69EEC7907}" srcOrd="3" destOrd="0" presId="urn:microsoft.com/office/officeart/2005/8/layout/hList9"/>
    <dgm:cxn modelId="{487F9920-08DF-4AC5-BA64-D35F42602B66}" type="presParOf" srcId="{0DC7A063-583D-4B0F-88B2-BD54F95D95AF}" destId="{FC2522F1-14BB-4B37-B60E-2E8A7E8A6C30}" srcOrd="4" destOrd="0" presId="urn:microsoft.com/office/officeart/2005/8/layout/hList9"/>
    <dgm:cxn modelId="{DC194D92-7E98-42DD-A8CA-BCD1EDD2C95D}" type="presParOf" srcId="{0DC7A063-583D-4B0F-88B2-BD54F95D95AF}" destId="{2C2F6211-85A7-47FE-9239-DE94DF41A263}" srcOrd="5" destOrd="0" presId="urn:microsoft.com/office/officeart/2005/8/layout/hList9"/>
    <dgm:cxn modelId="{575F4FD6-9E0F-4F5E-88EE-9B265B6FD4F4}" type="presParOf" srcId="{0DC7A063-583D-4B0F-88B2-BD54F95D95AF}" destId="{7B0C2EAE-70CB-4160-863D-210C3C66D5FD}" srcOrd="6" destOrd="0" presId="urn:microsoft.com/office/officeart/2005/8/layout/hList9"/>
    <dgm:cxn modelId="{8AE96C49-A416-4FC7-84EE-2BDAF35C57FF}" type="presParOf" srcId="{7B0C2EAE-70CB-4160-863D-210C3C66D5FD}" destId="{5AF3752E-55A6-443C-AD35-C49DF50A4566}" srcOrd="0" destOrd="0" presId="urn:microsoft.com/office/officeart/2005/8/layout/hList9"/>
    <dgm:cxn modelId="{235B263C-399E-4245-95BD-2AA1F19D4AB4}" type="presParOf" srcId="{7B0C2EAE-70CB-4160-863D-210C3C66D5FD}" destId="{53567A66-F0E9-4EF8-ADA9-764BA36AA6A9}" srcOrd="1" destOrd="0" presId="urn:microsoft.com/office/officeart/2005/8/layout/hList9"/>
    <dgm:cxn modelId="{265DA8D6-D429-4956-8CB8-10EE7EF20F0C}" type="presParOf" srcId="{53567A66-F0E9-4EF8-ADA9-764BA36AA6A9}" destId="{AD2806AC-6A03-4F05-9F4D-F72EA0E56FBF}" srcOrd="0" destOrd="0" presId="urn:microsoft.com/office/officeart/2005/8/layout/hList9"/>
    <dgm:cxn modelId="{35A8C2CA-EB30-45FD-8152-A7470BE42B4C}" type="presParOf" srcId="{53567A66-F0E9-4EF8-ADA9-764BA36AA6A9}" destId="{F8977219-728E-448F-AE8B-46B14F4F17DE}" srcOrd="1" destOrd="0" presId="urn:microsoft.com/office/officeart/2005/8/layout/hList9"/>
    <dgm:cxn modelId="{EF3F399A-E096-436A-AD74-CF747D62B02A}" type="presParOf" srcId="{0DC7A063-583D-4B0F-88B2-BD54F95D95AF}" destId="{FBCC4E74-37C0-494F-ABC0-7D18132E1437}" srcOrd="7" destOrd="0" presId="urn:microsoft.com/office/officeart/2005/8/layout/hList9"/>
    <dgm:cxn modelId="{5EA17F20-F6C6-4B5A-AFEB-38BD8F975065}" type="presParOf" srcId="{0DC7A063-583D-4B0F-88B2-BD54F95D95AF}" destId="{89E6DA6E-7A23-44BD-8A99-378091FF741D}" srcOrd="8" destOrd="0" presId="urn:microsoft.com/office/officeart/2005/8/layout/hList9"/>
    <dgm:cxn modelId="{463280A8-1DBA-4FE7-B5B2-8151A298EB35}" type="presParOf" srcId="{0DC7A063-583D-4B0F-88B2-BD54F95D95AF}" destId="{E966790E-26B5-4EB8-981F-1094BF4B7611}" srcOrd="9" destOrd="0" presId="urn:microsoft.com/office/officeart/2005/8/layout/hList9"/>
    <dgm:cxn modelId="{A4221FEF-656B-43DD-8382-199EAB5F1E7B}" type="presParOf" srcId="{0DC7A063-583D-4B0F-88B2-BD54F95D95AF}" destId="{229B7655-E1F4-4CF5-84B8-30F0491D32B5}" srcOrd="10" destOrd="0" presId="urn:microsoft.com/office/officeart/2005/8/layout/hList9"/>
    <dgm:cxn modelId="{48FA6F14-4694-4C77-8D75-48D3A22A3540}" type="presParOf" srcId="{0DC7A063-583D-4B0F-88B2-BD54F95D95AF}" destId="{F85FFCDF-8E5F-492B-B22D-55A08EACE783}" srcOrd="11" destOrd="0" presId="urn:microsoft.com/office/officeart/2005/8/layout/hList9"/>
    <dgm:cxn modelId="{3995A447-6B53-4DFA-8494-06C3A1F8D7F7}" type="presParOf" srcId="{F85FFCDF-8E5F-492B-B22D-55A08EACE783}" destId="{600B3FB2-1315-4A84-8613-B445666BC7D2}" srcOrd="0" destOrd="0" presId="urn:microsoft.com/office/officeart/2005/8/layout/hList9"/>
    <dgm:cxn modelId="{C652D75D-BE73-43BB-9138-B232AAF272A1}" type="presParOf" srcId="{F85FFCDF-8E5F-492B-B22D-55A08EACE783}" destId="{E47C73E9-FBEE-4370-9B3F-E04EB7C4023A}" srcOrd="1" destOrd="0" presId="urn:microsoft.com/office/officeart/2005/8/layout/hList9"/>
    <dgm:cxn modelId="{5F19BD3C-10AC-4F51-A8FD-00351A52371B}" type="presParOf" srcId="{E47C73E9-FBEE-4370-9B3F-E04EB7C4023A}" destId="{402C2C77-A32C-4D99-9940-12535E1181F2}" srcOrd="0" destOrd="0" presId="urn:microsoft.com/office/officeart/2005/8/layout/hList9"/>
    <dgm:cxn modelId="{1D14EEBA-2351-4066-8BB7-C42885F1D780}" type="presParOf" srcId="{E47C73E9-FBEE-4370-9B3F-E04EB7C4023A}" destId="{5B88A17E-EFF5-4A04-9CC9-D2131DA9ECCC}" srcOrd="1" destOrd="0" presId="urn:microsoft.com/office/officeart/2005/8/layout/hList9"/>
    <dgm:cxn modelId="{ADA815FB-429E-4ABD-97FC-4AEA97B4630C}" type="presParOf" srcId="{0DC7A063-583D-4B0F-88B2-BD54F95D95AF}" destId="{9051EF7D-7D6C-4B43-A6C4-239F9933C94D}" srcOrd="12" destOrd="0" presId="urn:microsoft.com/office/officeart/2005/8/layout/hList9"/>
    <dgm:cxn modelId="{7961C21C-3FE8-4B71-95E5-AB5835F91CC1}" type="presParOf" srcId="{0DC7A063-583D-4B0F-88B2-BD54F95D95AF}" destId="{7453D9C8-CD6E-4AA4-8A19-7F6F667528F0}" srcOrd="13" destOrd="0" presId="urn:microsoft.com/office/officeart/2005/8/layout/hList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660F4B9-35DB-4256-A868-A35C6DCCF6B2}">
      <dsp:nvSpPr>
        <dsp:cNvPr id="0" name=""/>
        <dsp:cNvSpPr/>
      </dsp:nvSpPr>
      <dsp:spPr>
        <a:xfrm>
          <a:off x="1094605" y="1875500"/>
          <a:ext cx="2050786" cy="1367874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63576" rIns="163576" bIns="163576" numCol="1" spcCol="1270" anchor="ctr" anchorCtr="0">
          <a:noAutofit/>
        </a:bodyPr>
        <a:lstStyle/>
        <a:p>
          <a:pPr marL="0" lvl="0" indent="0" algn="ctr" defTabSz="10223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AE" sz="2300" b="1" kern="1200" dirty="0">
              <a:latin typeface="Amiri Quran" panose="00000500000000000000" pitchFamily="2" charset="-78"/>
              <a:cs typeface="Amiri Quran" panose="00000500000000000000" pitchFamily="2" charset="-78"/>
            </a:rPr>
            <a:t>التزيين والتجميل</a:t>
          </a:r>
          <a:endParaRPr lang="en-US" sz="2300" kern="1200" dirty="0"/>
        </a:p>
      </dsp:txBody>
      <dsp:txXfrm>
        <a:off x="1422731" y="1875500"/>
        <a:ext cx="1722660" cy="1367874"/>
      </dsp:txXfrm>
    </dsp:sp>
    <dsp:sp modelId="{FD776C1E-557E-4553-9447-49B69EEC7907}">
      <dsp:nvSpPr>
        <dsp:cNvPr id="0" name=""/>
        <dsp:cNvSpPr/>
      </dsp:nvSpPr>
      <dsp:spPr>
        <a:xfrm>
          <a:off x="852" y="1328624"/>
          <a:ext cx="1367190" cy="1367190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100000"/>
                <a:satMod val="137000"/>
              </a:schemeClr>
            </a:gs>
            <a:gs pos="71000">
              <a:schemeClr val="accent1">
                <a:hueOff val="0"/>
                <a:satOff val="0"/>
                <a:lumOff val="0"/>
                <a:alphaOff val="0"/>
                <a:shade val="98000"/>
                <a:satMod val="137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  <a:ln>
          <a:noFill/>
        </a:ln>
        <a:effectLst>
          <a:outerShdw blurRad="39000" dist="254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AE" sz="3300" b="1" kern="1200" dirty="0">
              <a:latin typeface="Amiri Quran" panose="00000500000000000000" pitchFamily="2" charset="-78"/>
              <a:cs typeface="Amiri Quran" panose="00000500000000000000" pitchFamily="2" charset="-78"/>
            </a:rPr>
            <a:t>البديع</a:t>
          </a:r>
          <a:endParaRPr lang="en-US" sz="3300" kern="1200" dirty="0"/>
        </a:p>
      </dsp:txBody>
      <dsp:txXfrm>
        <a:off x="201072" y="1528844"/>
        <a:ext cx="966750" cy="966750"/>
      </dsp:txXfrm>
    </dsp:sp>
    <dsp:sp modelId="{AD2806AC-6A03-4F05-9F4D-F72EA0E56FBF}">
      <dsp:nvSpPr>
        <dsp:cNvPr id="0" name=""/>
        <dsp:cNvSpPr/>
      </dsp:nvSpPr>
      <dsp:spPr>
        <a:xfrm>
          <a:off x="4512583" y="1875500"/>
          <a:ext cx="2050786" cy="1367874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63576" rIns="163576" bIns="163576" numCol="1" spcCol="1270" anchor="ctr" anchorCtr="0">
          <a:noAutofit/>
        </a:bodyPr>
        <a:lstStyle/>
        <a:p>
          <a:pPr marL="0" lvl="0" indent="0" algn="ctr" defTabSz="10223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AE" sz="2300" b="1" kern="1200" dirty="0">
              <a:latin typeface="Amiri Quran" panose="00000500000000000000" pitchFamily="2" charset="-78"/>
              <a:cs typeface="Amiri Quran" panose="00000500000000000000" pitchFamily="2" charset="-78"/>
            </a:rPr>
            <a:t>التوضيح</a:t>
          </a:r>
          <a:endParaRPr lang="en-US" sz="2300" kern="1200" dirty="0"/>
        </a:p>
      </dsp:txBody>
      <dsp:txXfrm>
        <a:off x="4840708" y="1875500"/>
        <a:ext cx="1722660" cy="1367874"/>
      </dsp:txXfrm>
    </dsp:sp>
    <dsp:sp modelId="{89E6DA6E-7A23-44BD-8A99-378091FF741D}">
      <dsp:nvSpPr>
        <dsp:cNvPr id="0" name=""/>
        <dsp:cNvSpPr/>
      </dsp:nvSpPr>
      <dsp:spPr>
        <a:xfrm>
          <a:off x="3418830" y="1328624"/>
          <a:ext cx="1367190" cy="1367190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100000"/>
                <a:satMod val="137000"/>
              </a:schemeClr>
            </a:gs>
            <a:gs pos="71000">
              <a:schemeClr val="accent1">
                <a:hueOff val="0"/>
                <a:satOff val="0"/>
                <a:lumOff val="0"/>
                <a:alphaOff val="0"/>
                <a:shade val="98000"/>
                <a:satMod val="137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  <a:ln>
          <a:noFill/>
        </a:ln>
        <a:effectLst>
          <a:outerShdw blurRad="39000" dist="254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AE" sz="3300" b="1" kern="1200" dirty="0">
              <a:latin typeface="Amiri Quran" panose="00000500000000000000" pitchFamily="2" charset="-78"/>
              <a:cs typeface="Amiri Quran" panose="00000500000000000000" pitchFamily="2" charset="-78"/>
            </a:rPr>
            <a:t>البيان</a:t>
          </a:r>
          <a:endParaRPr lang="en-US" sz="3300" kern="1200" dirty="0"/>
        </a:p>
      </dsp:txBody>
      <dsp:txXfrm>
        <a:off x="3619050" y="1528844"/>
        <a:ext cx="966750" cy="966750"/>
      </dsp:txXfrm>
    </dsp:sp>
    <dsp:sp modelId="{402C2C77-A32C-4D99-9940-12535E1181F2}">
      <dsp:nvSpPr>
        <dsp:cNvPr id="0" name=""/>
        <dsp:cNvSpPr/>
      </dsp:nvSpPr>
      <dsp:spPr>
        <a:xfrm>
          <a:off x="7930560" y="1875500"/>
          <a:ext cx="2050786" cy="1367874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63576" rIns="163576" bIns="163576" numCol="1" spcCol="1270" anchor="ctr" anchorCtr="0">
          <a:noAutofit/>
        </a:bodyPr>
        <a:lstStyle/>
        <a:p>
          <a:pPr marL="0" lvl="0" indent="0" algn="ctr" defTabSz="10223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AE" sz="2300" b="1" kern="1200" dirty="0">
              <a:latin typeface="Amiri Quran" panose="00000500000000000000" pitchFamily="2" charset="-78"/>
              <a:cs typeface="Amiri Quran" panose="00000500000000000000" pitchFamily="2" charset="-78"/>
            </a:rPr>
            <a:t>التعبير</a:t>
          </a:r>
          <a:endParaRPr lang="en-IL" sz="2300" kern="1200" dirty="0"/>
        </a:p>
      </dsp:txBody>
      <dsp:txXfrm>
        <a:off x="8258686" y="1875500"/>
        <a:ext cx="1722660" cy="1367874"/>
      </dsp:txXfrm>
    </dsp:sp>
    <dsp:sp modelId="{7453D9C8-CD6E-4AA4-8A19-7F6F667528F0}">
      <dsp:nvSpPr>
        <dsp:cNvPr id="0" name=""/>
        <dsp:cNvSpPr/>
      </dsp:nvSpPr>
      <dsp:spPr>
        <a:xfrm>
          <a:off x="6836807" y="1328624"/>
          <a:ext cx="1367190" cy="1367190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100000"/>
                <a:satMod val="137000"/>
              </a:schemeClr>
            </a:gs>
            <a:gs pos="71000">
              <a:schemeClr val="accent1">
                <a:hueOff val="0"/>
                <a:satOff val="0"/>
                <a:lumOff val="0"/>
                <a:alphaOff val="0"/>
                <a:shade val="98000"/>
                <a:satMod val="137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  <a:ln>
          <a:noFill/>
        </a:ln>
        <a:effectLst>
          <a:outerShdw blurRad="39000" dist="254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AE" sz="3300" b="1" kern="1200" dirty="0">
              <a:latin typeface="Amiri Quran" panose="00000500000000000000" pitchFamily="2" charset="-78"/>
              <a:cs typeface="Amiri Quran" panose="00000500000000000000" pitchFamily="2" charset="-78"/>
            </a:rPr>
            <a:t>المعاني</a:t>
          </a:r>
          <a:endParaRPr lang="en-US" sz="3300" kern="1200" dirty="0"/>
        </a:p>
      </dsp:txBody>
      <dsp:txXfrm>
        <a:off x="7037027" y="1528844"/>
        <a:ext cx="966750" cy="96675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02C2C77-A32C-4D99-9940-12535E1181F2}">
      <dsp:nvSpPr>
        <dsp:cNvPr id="0" name=""/>
        <dsp:cNvSpPr/>
      </dsp:nvSpPr>
      <dsp:spPr>
        <a:xfrm>
          <a:off x="4895329" y="93781"/>
          <a:ext cx="2846169" cy="2010564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213360" rIns="213360" bIns="213360" numCol="1" spcCol="1270" anchor="ctr" anchorCtr="0">
          <a:noAutofit/>
        </a:bodyPr>
        <a:lstStyle/>
        <a:p>
          <a:pPr marL="0" lvl="0" indent="0" algn="ctr" defTabSz="13335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AE" sz="3000" b="1" kern="1200" dirty="0">
              <a:latin typeface="Amiri Quran" panose="00000500000000000000" pitchFamily="2" charset="-78"/>
              <a:cs typeface="Amiri Quran" panose="00000500000000000000" pitchFamily="2" charset="-78"/>
            </a:rPr>
            <a:t>أقلتَ أنتَ شعرًا؟</a:t>
          </a:r>
          <a:endParaRPr lang="en-US" sz="3000" kern="1200" dirty="0"/>
        </a:p>
      </dsp:txBody>
      <dsp:txXfrm>
        <a:off x="5350716" y="93781"/>
        <a:ext cx="2390782" cy="2010564"/>
      </dsp:txXfrm>
    </dsp:sp>
    <dsp:sp modelId="{3086D0BF-AAD1-4310-88ED-4D81A687BD50}">
      <dsp:nvSpPr>
        <dsp:cNvPr id="0" name=""/>
        <dsp:cNvSpPr/>
      </dsp:nvSpPr>
      <dsp:spPr>
        <a:xfrm>
          <a:off x="4895329" y="2104346"/>
          <a:ext cx="2846169" cy="2010564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206248" rIns="206248" bIns="206248" numCol="1" spcCol="1270" anchor="ctr" anchorCtr="0">
          <a:noAutofit/>
        </a:bodyPr>
        <a:lstStyle/>
        <a:p>
          <a:pPr marL="0" lvl="0" indent="0" algn="ctr" defTabSz="12890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AE" sz="2900" b="1" kern="1200" dirty="0">
              <a:latin typeface="Amiri Quran" panose="00000500000000000000" pitchFamily="2" charset="-78"/>
              <a:cs typeface="Amiri Quran" panose="00000500000000000000" pitchFamily="2" charset="-78"/>
            </a:rPr>
            <a:t>أأنتَ قُلْتَ شعرًا؟</a:t>
          </a:r>
          <a:endParaRPr lang="en-US" sz="2900" kern="1200" dirty="0"/>
        </a:p>
      </dsp:txBody>
      <dsp:txXfrm>
        <a:off x="5350716" y="2104346"/>
        <a:ext cx="2390782" cy="2010564"/>
      </dsp:txXfrm>
    </dsp:sp>
    <dsp:sp modelId="{7453D9C8-CD6E-4AA4-8A19-7F6F667528F0}">
      <dsp:nvSpPr>
        <dsp:cNvPr id="0" name=""/>
        <dsp:cNvSpPr/>
      </dsp:nvSpPr>
      <dsp:spPr>
        <a:xfrm>
          <a:off x="1095950" y="1451258"/>
          <a:ext cx="2471674" cy="1267582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100000"/>
                <a:satMod val="137000"/>
              </a:schemeClr>
            </a:gs>
            <a:gs pos="71000">
              <a:schemeClr val="accent1">
                <a:hueOff val="0"/>
                <a:satOff val="0"/>
                <a:lumOff val="0"/>
                <a:alphaOff val="0"/>
                <a:shade val="98000"/>
                <a:satMod val="137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  <a:ln>
          <a:noFill/>
        </a:ln>
        <a:effectLst>
          <a:outerShdw blurRad="39000" dist="254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AE" sz="2000" b="1" kern="1200" dirty="0">
              <a:latin typeface="Amiri Quran" panose="00000500000000000000" pitchFamily="2" charset="-78"/>
              <a:cs typeface="Amiri Quran" panose="00000500000000000000" pitchFamily="2" charset="-78"/>
            </a:rPr>
            <a:t>أأنْتَ قُلْتَ شعرًا قَطُّ؟</a:t>
          </a:r>
          <a:endParaRPr lang="en-US" sz="2000" kern="1200" dirty="0"/>
        </a:p>
      </dsp:txBody>
      <dsp:txXfrm>
        <a:off x="1457918" y="1636891"/>
        <a:ext cx="1747738" cy="89631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660F4B9-35DB-4256-A868-A35C6DCCF6B2}">
      <dsp:nvSpPr>
        <dsp:cNvPr id="0" name=""/>
        <dsp:cNvSpPr/>
      </dsp:nvSpPr>
      <dsp:spPr>
        <a:xfrm flipV="1">
          <a:off x="1646370" y="1716576"/>
          <a:ext cx="45728" cy="45717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D776C1E-557E-4553-9447-49B69EEC7907}">
      <dsp:nvSpPr>
        <dsp:cNvPr id="0" name=""/>
        <dsp:cNvSpPr/>
      </dsp:nvSpPr>
      <dsp:spPr>
        <a:xfrm>
          <a:off x="1263947" y="1203872"/>
          <a:ext cx="1462236" cy="1462236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100000"/>
                <a:satMod val="137000"/>
              </a:schemeClr>
            </a:gs>
            <a:gs pos="71000">
              <a:schemeClr val="accent1">
                <a:hueOff val="0"/>
                <a:satOff val="0"/>
                <a:lumOff val="0"/>
                <a:alphaOff val="0"/>
                <a:shade val="98000"/>
                <a:satMod val="137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  <a:ln>
          <a:noFill/>
        </a:ln>
        <a:effectLst>
          <a:outerShdw blurRad="39000" dist="254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AE" sz="2600" b="1" kern="1200" dirty="0">
              <a:latin typeface="Amiri Quran" panose="00000500000000000000" pitchFamily="2" charset="-78"/>
              <a:cs typeface="Amiri Quran" panose="00000500000000000000" pitchFamily="2" charset="-78"/>
            </a:rPr>
            <a:t>الكناية</a:t>
          </a:r>
          <a:endParaRPr lang="en-US" sz="2600" kern="1200" dirty="0"/>
        </a:p>
      </dsp:txBody>
      <dsp:txXfrm>
        <a:off x="1478087" y="1418012"/>
        <a:ext cx="1033956" cy="1033956"/>
      </dsp:txXfrm>
    </dsp:sp>
    <dsp:sp modelId="{AD2806AC-6A03-4F05-9F4D-F72EA0E56FBF}">
      <dsp:nvSpPr>
        <dsp:cNvPr id="0" name=""/>
        <dsp:cNvSpPr/>
      </dsp:nvSpPr>
      <dsp:spPr>
        <a:xfrm flipV="1">
          <a:off x="5246456" y="1828793"/>
          <a:ext cx="45728" cy="194194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9E6DA6E-7A23-44BD-8A99-378091FF741D}">
      <dsp:nvSpPr>
        <dsp:cNvPr id="0" name=""/>
        <dsp:cNvSpPr/>
      </dsp:nvSpPr>
      <dsp:spPr>
        <a:xfrm>
          <a:off x="4157413" y="1220497"/>
          <a:ext cx="1462236" cy="1462236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100000"/>
                <a:satMod val="137000"/>
              </a:schemeClr>
            </a:gs>
            <a:gs pos="71000">
              <a:schemeClr val="accent1">
                <a:hueOff val="0"/>
                <a:satOff val="0"/>
                <a:lumOff val="0"/>
                <a:alphaOff val="0"/>
                <a:shade val="98000"/>
                <a:satMod val="137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  <a:ln>
          <a:noFill/>
        </a:ln>
        <a:effectLst>
          <a:outerShdw blurRad="39000" dist="254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AE" sz="2600" b="1" kern="1200" dirty="0">
              <a:latin typeface="Amiri Quran" panose="00000500000000000000" pitchFamily="2" charset="-78"/>
              <a:cs typeface="Amiri Quran" panose="00000500000000000000" pitchFamily="2" charset="-78"/>
            </a:rPr>
            <a:t>الاستعارة</a:t>
          </a:r>
          <a:endParaRPr lang="en-US" sz="2600" kern="1200" dirty="0"/>
        </a:p>
      </dsp:txBody>
      <dsp:txXfrm>
        <a:off x="4371553" y="1434637"/>
        <a:ext cx="1033956" cy="1033956"/>
      </dsp:txXfrm>
    </dsp:sp>
    <dsp:sp modelId="{402C2C77-A32C-4D99-9940-12535E1181F2}">
      <dsp:nvSpPr>
        <dsp:cNvPr id="0" name=""/>
        <dsp:cNvSpPr/>
      </dsp:nvSpPr>
      <dsp:spPr>
        <a:xfrm flipH="1" flipV="1">
          <a:off x="7854252" y="1486802"/>
          <a:ext cx="234724" cy="113394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453D9C8-CD6E-4AA4-8A19-7F6F667528F0}">
      <dsp:nvSpPr>
        <dsp:cNvPr id="0" name=""/>
        <dsp:cNvSpPr/>
      </dsp:nvSpPr>
      <dsp:spPr>
        <a:xfrm>
          <a:off x="7316903" y="1205743"/>
          <a:ext cx="1462236" cy="1462236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100000"/>
                <a:satMod val="137000"/>
              </a:schemeClr>
            </a:gs>
            <a:gs pos="71000">
              <a:schemeClr val="accent1">
                <a:hueOff val="0"/>
                <a:satOff val="0"/>
                <a:lumOff val="0"/>
                <a:alphaOff val="0"/>
                <a:shade val="98000"/>
                <a:satMod val="137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  <a:ln>
          <a:noFill/>
        </a:ln>
        <a:effectLst>
          <a:outerShdw blurRad="39000" dist="254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AE" sz="2600" b="1" kern="1200" dirty="0">
              <a:latin typeface="Amiri Quran" panose="00000500000000000000" pitchFamily="2" charset="-78"/>
              <a:cs typeface="Amiri Quran" panose="00000500000000000000" pitchFamily="2" charset="-78"/>
            </a:rPr>
            <a:t>التشبيه</a:t>
          </a:r>
          <a:endParaRPr lang="en-US" sz="2600" kern="1200" dirty="0"/>
        </a:p>
      </dsp:txBody>
      <dsp:txXfrm>
        <a:off x="7531043" y="1419883"/>
        <a:ext cx="1033956" cy="103395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660F4B9-35DB-4256-A868-A35C6DCCF6B2}">
      <dsp:nvSpPr>
        <dsp:cNvPr id="0" name=""/>
        <dsp:cNvSpPr/>
      </dsp:nvSpPr>
      <dsp:spPr>
        <a:xfrm flipV="1">
          <a:off x="1646370" y="1716576"/>
          <a:ext cx="45728" cy="45717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D776C1E-557E-4553-9447-49B69EEC7907}">
      <dsp:nvSpPr>
        <dsp:cNvPr id="0" name=""/>
        <dsp:cNvSpPr/>
      </dsp:nvSpPr>
      <dsp:spPr>
        <a:xfrm>
          <a:off x="1263947" y="1203872"/>
          <a:ext cx="1462236" cy="1462236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100000"/>
                <a:satMod val="137000"/>
              </a:schemeClr>
            </a:gs>
            <a:gs pos="71000">
              <a:schemeClr val="accent1">
                <a:hueOff val="0"/>
                <a:satOff val="0"/>
                <a:lumOff val="0"/>
                <a:alphaOff val="0"/>
                <a:shade val="98000"/>
                <a:satMod val="137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  <a:ln>
          <a:noFill/>
        </a:ln>
        <a:effectLst>
          <a:outerShdw blurRad="39000" dist="254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AE" sz="1700" b="1" kern="1200" dirty="0">
              <a:latin typeface="Amiri Quran" panose="00000500000000000000" pitchFamily="2" charset="-78"/>
              <a:cs typeface="Amiri Quran" panose="00000500000000000000" pitchFamily="2" charset="-78"/>
            </a:rPr>
            <a:t>ردّ الأعجاز على الصدور</a:t>
          </a:r>
          <a:endParaRPr lang="en-US" sz="1700" kern="1200" dirty="0"/>
        </a:p>
      </dsp:txBody>
      <dsp:txXfrm>
        <a:off x="1478087" y="1418012"/>
        <a:ext cx="1033956" cy="1033956"/>
      </dsp:txXfrm>
    </dsp:sp>
    <dsp:sp modelId="{AD2806AC-6A03-4F05-9F4D-F72EA0E56FBF}">
      <dsp:nvSpPr>
        <dsp:cNvPr id="0" name=""/>
        <dsp:cNvSpPr/>
      </dsp:nvSpPr>
      <dsp:spPr>
        <a:xfrm flipV="1">
          <a:off x="5246456" y="1828793"/>
          <a:ext cx="45728" cy="194194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9E6DA6E-7A23-44BD-8A99-378091FF741D}">
      <dsp:nvSpPr>
        <dsp:cNvPr id="0" name=""/>
        <dsp:cNvSpPr/>
      </dsp:nvSpPr>
      <dsp:spPr>
        <a:xfrm>
          <a:off x="4157413" y="1220497"/>
          <a:ext cx="1462236" cy="1462236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100000"/>
                <a:satMod val="137000"/>
              </a:schemeClr>
            </a:gs>
            <a:gs pos="71000">
              <a:schemeClr val="accent1">
                <a:hueOff val="0"/>
                <a:satOff val="0"/>
                <a:lumOff val="0"/>
                <a:alphaOff val="0"/>
                <a:shade val="98000"/>
                <a:satMod val="137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  <a:ln>
          <a:noFill/>
        </a:ln>
        <a:effectLst>
          <a:outerShdw blurRad="39000" dist="254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AE" sz="1700" b="1" kern="1200" dirty="0">
              <a:latin typeface="Amiri Quran" panose="00000500000000000000" pitchFamily="2" charset="-78"/>
              <a:cs typeface="Amiri Quran" panose="00000500000000000000" pitchFamily="2" charset="-78"/>
            </a:rPr>
            <a:t>الطباق/المقابلة</a:t>
          </a:r>
          <a:endParaRPr lang="en-US" sz="1700" kern="1200" dirty="0"/>
        </a:p>
      </dsp:txBody>
      <dsp:txXfrm>
        <a:off x="4371553" y="1434637"/>
        <a:ext cx="1033956" cy="1033956"/>
      </dsp:txXfrm>
    </dsp:sp>
    <dsp:sp modelId="{402C2C77-A32C-4D99-9940-12535E1181F2}">
      <dsp:nvSpPr>
        <dsp:cNvPr id="0" name=""/>
        <dsp:cNvSpPr/>
      </dsp:nvSpPr>
      <dsp:spPr>
        <a:xfrm flipH="1" flipV="1">
          <a:off x="7854252" y="1486802"/>
          <a:ext cx="234724" cy="113394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453D9C8-CD6E-4AA4-8A19-7F6F667528F0}">
      <dsp:nvSpPr>
        <dsp:cNvPr id="0" name=""/>
        <dsp:cNvSpPr/>
      </dsp:nvSpPr>
      <dsp:spPr>
        <a:xfrm>
          <a:off x="7316903" y="1205743"/>
          <a:ext cx="1462236" cy="1462236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100000"/>
                <a:satMod val="137000"/>
              </a:schemeClr>
            </a:gs>
            <a:gs pos="71000">
              <a:schemeClr val="accent1">
                <a:hueOff val="0"/>
                <a:satOff val="0"/>
                <a:lumOff val="0"/>
                <a:alphaOff val="0"/>
                <a:shade val="98000"/>
                <a:satMod val="137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  <a:ln>
          <a:noFill/>
        </a:ln>
        <a:effectLst>
          <a:outerShdw blurRad="39000" dist="254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AE" sz="1700" b="1" kern="1200" dirty="0">
              <a:latin typeface="Amiri Quran" panose="00000500000000000000" pitchFamily="2" charset="-78"/>
              <a:cs typeface="Amiri Quran" panose="00000500000000000000" pitchFamily="2" charset="-78"/>
            </a:rPr>
            <a:t>الجناس</a:t>
          </a:r>
          <a:endParaRPr lang="en-US" sz="1700" kern="1200" dirty="0"/>
        </a:p>
      </dsp:txBody>
      <dsp:txXfrm>
        <a:off x="7531043" y="1419883"/>
        <a:ext cx="1033956" cy="103395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9">
  <dgm:title val=""/>
  <dgm:desc val=""/>
  <dgm:catLst>
    <dgm:cat type="list" pri="8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3" srcId="0" destId="1" srcOrd="0" destOrd="0"/>
        <dgm:cxn modelId="4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1" destId="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2"/>
        <dgm:pt modelId="21"/>
        <dgm:pt modelId="22"/>
        <dgm:pt modelId="23"/>
        <dgm:pt modelId="24"/>
        <dgm:pt modelId="3"/>
        <dgm:pt modelId="31"/>
        <dgm:pt modelId="32"/>
        <dgm:pt modelId="33"/>
        <dgm:pt modelId="34"/>
      </dgm:ptLst>
      <dgm:cxnLst>
        <dgm:cxn modelId="4" srcId="0" destId="1" srcOrd="0" destOrd="0"/>
        <dgm:cxn modelId="5" srcId="0" destId="2" srcOrd="1" destOrd="0"/>
        <dgm:cxn modelId="6" srcId="0" destId="3" srcOrd="1" destOrd="0"/>
        <dgm:cxn modelId="15" srcId="1" destId="11" srcOrd="0" destOrd="0"/>
        <dgm:cxn modelId="16" srcId="1" destId="12" srcOrd="0" destOrd="0"/>
        <dgm:cxn modelId="17" srcId="1" destId="13" srcOrd="0" destOrd="0"/>
        <dgm:cxn modelId="18" srcId="1" destId="14" srcOrd="0" destOrd="0"/>
        <dgm:cxn modelId="25" srcId="2" destId="21" srcOrd="0" destOrd="0"/>
        <dgm:cxn modelId="26" srcId="2" destId="22" srcOrd="0" destOrd="0"/>
        <dgm:cxn modelId="27" srcId="2" destId="23" srcOrd="0" destOrd="0"/>
        <dgm:cxn modelId="28" srcId="2" destId="24" srcOrd="0" destOrd="0"/>
        <dgm:cxn modelId="35" srcId="3" destId="31" srcOrd="0" destOrd="0"/>
        <dgm:cxn modelId="36" srcId="3" destId="32" srcOrd="0" destOrd="0"/>
        <dgm:cxn modelId="37" srcId="3" destId="33" srcOrd="0" destOrd="0"/>
        <dgm:cxn modelId="38" srcId="3" destId="34" srcOrd="0" destOrd="0"/>
      </dgm:cxnLst>
      <dgm:bg/>
      <dgm:whole/>
    </dgm:dataModel>
  </dgm:clrData>
  <dgm:layoutNode name="list">
    <dgm:varLst>
      <dgm:dir/>
      <dgm:animLvl val="lvl"/>
    </dgm:varLst>
    <dgm:choose name="Name0">
      <dgm:if name="Name1" func="var" arg="dir" op="equ" val="norm">
        <dgm:alg type="lin">
          <dgm:param type="linDir" val="fromL"/>
          <dgm:param type="fallback" val="2D"/>
          <dgm:param type="nodeVertAlign" val="t"/>
        </dgm:alg>
      </dgm:if>
      <dgm:else name="Name2">
        <dgm:alg type="lin">
          <dgm:param type="linDir" val="fromR"/>
          <dgm:param type="fallback" val="2D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ircle" refType="w" fact="0.5"/>
      <dgm:constr type="w" for="ch" forName="vertFlow" refType="w" fact="0.75"/>
      <dgm:constr type="h" for="des" forName="firstComp" refType="w" refFor="ch" refForName="vertFlow" fact="0.667"/>
      <dgm:constr type="h" for="des" forName="comp" refType="h" refFor="des" refForName="firstComp" op="equ"/>
      <dgm:constr type="h" for="des" forName="topSpace" refType="w" refFor="ch" refForName="circle" op="equ" fact="0.4"/>
      <dgm:constr type="w" for="ch" forName="posSpace" refType="w" fact="0.4"/>
      <dgm:constr type="w" for="ch" forName="negSpace" refType="w" fact="-1.15"/>
      <dgm:constr type="w" for="ch" forName="transSpace" refType="w" fact="0.75"/>
      <dgm:constr type="primFontSz" for="ch" forName="circle" op="equ" val="65"/>
      <dgm:constr type="primFontSz" for="des" forName="firstChildTx" val="65"/>
      <dgm:constr type="primFontSz" for="des" forName="childTx" refType="primFontSz" refFor="des" refForName="firstChildTx" op="equ"/>
    </dgm:constrLst>
    <dgm:ruleLst/>
    <dgm:forEach name="Name3" axis="ch" ptType="node">
      <dgm:layoutNode name="pos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vertFlow">
        <dgm:alg type="lin">
          <dgm:param type="linDir" val="fromT"/>
        </dgm:alg>
        <dgm:shape xmlns:r="http://schemas.openxmlformats.org/officeDocument/2006/relationships" r:blip="">
          <dgm:adjLst/>
        </dgm:shape>
        <dgm:presOf/>
        <dgm:constrLst>
          <dgm:constr type="w" for="ch" forName="firstComp" refType="w"/>
          <dgm:constr type="w" for="ch" forName="comp" refType="w"/>
        </dgm:constrLst>
        <dgm:ruleLst/>
        <dgm:layoutNode name="top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firstComp">
          <dgm:alg type="composite"/>
          <dgm:shape xmlns:r="http://schemas.openxmlformats.org/officeDocument/2006/relationships" r:blip="">
            <dgm:adjLst/>
          </dgm:shape>
          <dgm:presOf/>
          <dgm:choose name="Name4">
            <dgm:if name="Name5" func="var" arg="dir" op="equ" val="norm">
              <dgm:constrLst>
                <dgm:constr type="l" for="ch" forName="firstChild"/>
                <dgm:constr type="t" for="ch" forName="firstChild"/>
                <dgm:constr type="w" for="ch" forName="firstChild" refType="w"/>
                <dgm:constr type="h" for="ch" forName="firstChild" refType="h"/>
                <dgm:constr type="l" for="ch" forName="firstChildTx" refType="w" fact="0.16"/>
                <dgm:constr type="r" for="ch" forName="firstChildTx" refType="w"/>
                <dgm:constr type="h" for="ch" forName="firstChildTx" refFor="ch" refForName="firstChild" op="equ"/>
              </dgm:constrLst>
            </dgm:if>
            <dgm:else name="Name6">
              <dgm:constrLst>
                <dgm:constr type="l" for="ch" forName="firstChild"/>
                <dgm:constr type="t" for="ch" forName="firstChild"/>
                <dgm:constr type="w" for="ch" forName="firstChild" refType="w"/>
                <dgm:constr type="h" for="ch" forName="firstChild" refType="h"/>
                <dgm:constr type="l" for="ch" forName="firstChildTx"/>
                <dgm:constr type="r" for="ch" forName="firstChildTx" refType="w" fact="0.825"/>
                <dgm:constr type="h" for="ch" forName="firstChildTx" refFor="ch" refForName="firstChild" op="equ"/>
              </dgm:constrLst>
            </dgm:else>
          </dgm:choose>
          <dgm:ruleLst/>
          <dgm:layoutNode name="firstChild" styleLbl="bgAccFollowNode1">
            <dgm:alg type="sp"/>
            <dgm:shape xmlns:r="http://schemas.openxmlformats.org/officeDocument/2006/relationships" type="rect" r:blip="">
              <dgm:adjLst/>
            </dgm:shape>
            <dgm:presOf axis="ch desOrSelf" ptType="node node" cnt="1 0"/>
            <dgm:constrLst/>
            <dgm:ruleLst/>
          </dgm:layoutNode>
          <dgm:layoutNode name="firstChildTx" styleLbl="bgAccFollowNode1">
            <dgm:varLst>
              <dgm:bulletEnabled val="1"/>
            </dgm:varLst>
            <dgm:alg type="tx">
              <dgm:param type="parTxLTRAlign" val="l"/>
            </dgm:alg>
            <dgm:shape xmlns:r="http://schemas.openxmlformats.org/officeDocument/2006/relationships" type="rect" r:blip="" hideGeom="1">
              <dgm:adjLst/>
            </dgm:shape>
            <dgm:presOf axis="ch desOrSelf" ptType="node node" cnt="1 0"/>
            <dgm:choose name="Name7">
              <dgm:if name="Name8" func="var" arg="dir" op="equ" val="norm">
                <dgm:constrLst>
                  <dgm:constr type="primFontSz" val="65"/>
                  <dgm:constr type="lMarg"/>
                </dgm:constrLst>
              </dgm:if>
              <dgm:else name="Name9">
                <dgm:constrLst>
                  <dgm:constr type="primFontSz" val="65"/>
                  <dgm:constr type="rMarg"/>
                </dgm:constrLst>
              </dgm:else>
            </dgm:choose>
            <dgm:ruleLst>
              <dgm:rule type="primFontSz" val="5" fact="NaN" max="NaN"/>
            </dgm:ruleLst>
          </dgm:layoutNode>
        </dgm:layoutNode>
        <dgm:forEach name="Name10" axis="ch" ptType="node" st="2">
          <dgm:layoutNode name="comp">
            <dgm:alg type="composite"/>
            <dgm:shape xmlns:r="http://schemas.openxmlformats.org/officeDocument/2006/relationships" r:blip="">
              <dgm:adjLst/>
            </dgm:shape>
            <dgm:presOf/>
            <dgm:choose name="Name11">
              <dgm:if name="Name12" func="var" arg="dir" op="equ" val="norm">
                <dgm:constrLst>
                  <dgm:constr type="l" for="ch" forName="child"/>
                  <dgm:constr type="t" for="ch" forName="child"/>
                  <dgm:constr type="w" for="ch" forName="child" refType="w"/>
                  <dgm:constr type="h" for="ch" forName="child" refType="h"/>
                  <dgm:constr type="l" for="ch" forName="childTx" refType="w" fact="0.16"/>
                  <dgm:constr type="r" for="ch" forName="childTx" refType="w"/>
                  <dgm:constr type="h" for="ch" forName="childTx" refFor="ch" refForName="child" op="equ"/>
                </dgm:constrLst>
              </dgm:if>
              <dgm:else name="Name13">
                <dgm:constrLst>
                  <dgm:constr type="l" for="ch" forName="child"/>
                  <dgm:constr type="t" for="ch" forName="child"/>
                  <dgm:constr type="w" for="ch" forName="child" refType="w"/>
                  <dgm:constr type="h" for="ch" forName="child" refType="h"/>
                  <dgm:constr type="l" for="ch" forName="childTx"/>
                  <dgm:constr type="r" for="ch" forName="childTx" refType="w" fact="0.825"/>
                  <dgm:constr type="h" for="ch" forName="childTx" refFor="ch" refForName="child" op="equ"/>
                </dgm:constrLst>
              </dgm:else>
            </dgm:choose>
            <dgm:ruleLst/>
            <dgm:layoutNode name="child" styleLbl="bgAccFollowNode1">
              <dgm:alg type="sp"/>
              <dgm:shape xmlns:r="http://schemas.openxmlformats.org/officeDocument/2006/relationships" type="rect" r:blip="">
                <dgm:adjLst/>
              </dgm:shape>
              <dgm:presOf axis="desOrSelf" ptType="node"/>
              <dgm:constrLst/>
              <dgm:ruleLst/>
            </dgm:layoutNode>
            <dgm:layoutNode name="childTx" styleLbl="bgAccFollowNode1">
              <dgm:varLst>
                <dgm:bulletEnabled val="1"/>
              </dgm:varLst>
              <dgm:alg type="tx">
                <dgm:param type="parTxLTRAlign" val="l"/>
              </dgm:alg>
              <dgm:shape xmlns:r="http://schemas.openxmlformats.org/officeDocument/2006/relationships" type="rect" r:blip="" hideGeom="1">
                <dgm:adjLst/>
              </dgm:shape>
              <dgm:presOf axis="desOrSelf" ptType="node"/>
              <dgm:choose name="Name14">
                <dgm:if name="Name15" func="var" arg="dir" op="equ" val="norm">
                  <dgm:constrLst>
                    <dgm:constr type="primFontSz" val="65"/>
                    <dgm:constr type="lMarg"/>
                  </dgm:constrLst>
                </dgm:if>
                <dgm:else name="Name16">
                  <dgm:constrLst>
                    <dgm:constr type="primFontSz" val="65"/>
                    <dgm:constr type="rMarg"/>
                  </dgm:constrLst>
                </dgm:else>
              </dgm:choose>
              <dgm:ruleLst>
                <dgm:rule type="primFontSz" val="5" fact="NaN" max="NaN"/>
              </dgm:ruleLst>
            </dgm:layoutNode>
          </dgm:layoutNode>
        </dgm:forEach>
      </dgm:layoutNode>
      <dgm:layoutNode name="neg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ircle" styleLbl="node1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lMarg"/>
          <dgm:constr type="rMarg"/>
          <dgm:constr type="tMarg"/>
          <dgm:constr type="bMarg"/>
          <dgm:constr type="h" refType="w"/>
        </dgm:constrLst>
        <dgm:ruleLst>
          <dgm:rule type="primFontSz" val="5" fact="NaN" max="NaN"/>
        </dgm:ruleLst>
      </dgm:layoutNode>
      <dgm:forEach name="Name17" axis="followSib" ptType="sibTrans" cnt="1">
        <dgm:layoutNode name="trans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List9">
  <dgm:title val=""/>
  <dgm:desc val=""/>
  <dgm:catLst>
    <dgm:cat type="list" pri="8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3" srcId="0" destId="1" srcOrd="0" destOrd="0"/>
        <dgm:cxn modelId="4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1" destId="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2"/>
        <dgm:pt modelId="21"/>
        <dgm:pt modelId="22"/>
        <dgm:pt modelId="23"/>
        <dgm:pt modelId="24"/>
        <dgm:pt modelId="3"/>
        <dgm:pt modelId="31"/>
        <dgm:pt modelId="32"/>
        <dgm:pt modelId="33"/>
        <dgm:pt modelId="34"/>
      </dgm:ptLst>
      <dgm:cxnLst>
        <dgm:cxn modelId="4" srcId="0" destId="1" srcOrd="0" destOrd="0"/>
        <dgm:cxn modelId="5" srcId="0" destId="2" srcOrd="1" destOrd="0"/>
        <dgm:cxn modelId="6" srcId="0" destId="3" srcOrd="1" destOrd="0"/>
        <dgm:cxn modelId="15" srcId="1" destId="11" srcOrd="0" destOrd="0"/>
        <dgm:cxn modelId="16" srcId="1" destId="12" srcOrd="0" destOrd="0"/>
        <dgm:cxn modelId="17" srcId="1" destId="13" srcOrd="0" destOrd="0"/>
        <dgm:cxn modelId="18" srcId="1" destId="14" srcOrd="0" destOrd="0"/>
        <dgm:cxn modelId="25" srcId="2" destId="21" srcOrd="0" destOrd="0"/>
        <dgm:cxn modelId="26" srcId="2" destId="22" srcOrd="0" destOrd="0"/>
        <dgm:cxn modelId="27" srcId="2" destId="23" srcOrd="0" destOrd="0"/>
        <dgm:cxn modelId="28" srcId="2" destId="24" srcOrd="0" destOrd="0"/>
        <dgm:cxn modelId="35" srcId="3" destId="31" srcOrd="0" destOrd="0"/>
        <dgm:cxn modelId="36" srcId="3" destId="32" srcOrd="0" destOrd="0"/>
        <dgm:cxn modelId="37" srcId="3" destId="33" srcOrd="0" destOrd="0"/>
        <dgm:cxn modelId="38" srcId="3" destId="34" srcOrd="0" destOrd="0"/>
      </dgm:cxnLst>
      <dgm:bg/>
      <dgm:whole/>
    </dgm:dataModel>
  </dgm:clrData>
  <dgm:layoutNode name="list">
    <dgm:varLst>
      <dgm:dir/>
      <dgm:animLvl val="lvl"/>
    </dgm:varLst>
    <dgm:choose name="Name0">
      <dgm:if name="Name1" func="var" arg="dir" op="equ" val="norm">
        <dgm:alg type="lin">
          <dgm:param type="linDir" val="fromL"/>
          <dgm:param type="fallback" val="2D"/>
          <dgm:param type="nodeVertAlign" val="t"/>
        </dgm:alg>
      </dgm:if>
      <dgm:else name="Name2">
        <dgm:alg type="lin">
          <dgm:param type="linDir" val="fromR"/>
          <dgm:param type="fallback" val="2D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ircle" refType="w" fact="0.5"/>
      <dgm:constr type="w" for="ch" forName="vertFlow" refType="w" fact="0.75"/>
      <dgm:constr type="h" for="des" forName="firstComp" refType="w" refFor="ch" refForName="vertFlow" fact="0.667"/>
      <dgm:constr type="h" for="des" forName="comp" refType="h" refFor="des" refForName="firstComp" op="equ"/>
      <dgm:constr type="h" for="des" forName="topSpace" refType="w" refFor="ch" refForName="circle" op="equ" fact="0.4"/>
      <dgm:constr type="w" for="ch" forName="posSpace" refType="w" fact="0.4"/>
      <dgm:constr type="w" for="ch" forName="negSpace" refType="w" fact="-1.15"/>
      <dgm:constr type="w" for="ch" forName="transSpace" refType="w" fact="0.75"/>
      <dgm:constr type="primFontSz" for="ch" forName="circle" op="equ" val="65"/>
      <dgm:constr type="primFontSz" for="des" forName="firstChildTx" val="65"/>
      <dgm:constr type="primFontSz" for="des" forName="childTx" refType="primFontSz" refFor="des" refForName="firstChildTx" op="equ"/>
    </dgm:constrLst>
    <dgm:ruleLst/>
    <dgm:forEach name="Name3" axis="ch" ptType="node">
      <dgm:layoutNode name="pos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vertFlow">
        <dgm:alg type="lin">
          <dgm:param type="linDir" val="fromT"/>
        </dgm:alg>
        <dgm:shape xmlns:r="http://schemas.openxmlformats.org/officeDocument/2006/relationships" r:blip="">
          <dgm:adjLst/>
        </dgm:shape>
        <dgm:presOf/>
        <dgm:constrLst>
          <dgm:constr type="w" for="ch" forName="firstComp" refType="w"/>
          <dgm:constr type="w" for="ch" forName="comp" refType="w"/>
        </dgm:constrLst>
        <dgm:ruleLst/>
        <dgm:layoutNode name="top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firstComp">
          <dgm:alg type="composite"/>
          <dgm:shape xmlns:r="http://schemas.openxmlformats.org/officeDocument/2006/relationships" r:blip="">
            <dgm:adjLst/>
          </dgm:shape>
          <dgm:presOf/>
          <dgm:choose name="Name4">
            <dgm:if name="Name5" func="var" arg="dir" op="equ" val="norm">
              <dgm:constrLst>
                <dgm:constr type="l" for="ch" forName="firstChild"/>
                <dgm:constr type="t" for="ch" forName="firstChild"/>
                <dgm:constr type="w" for="ch" forName="firstChild" refType="w"/>
                <dgm:constr type="h" for="ch" forName="firstChild" refType="h"/>
                <dgm:constr type="l" for="ch" forName="firstChildTx" refType="w" fact="0.16"/>
                <dgm:constr type="r" for="ch" forName="firstChildTx" refType="w"/>
                <dgm:constr type="h" for="ch" forName="firstChildTx" refFor="ch" refForName="firstChild" op="equ"/>
              </dgm:constrLst>
            </dgm:if>
            <dgm:else name="Name6">
              <dgm:constrLst>
                <dgm:constr type="l" for="ch" forName="firstChild"/>
                <dgm:constr type="t" for="ch" forName="firstChild"/>
                <dgm:constr type="w" for="ch" forName="firstChild" refType="w"/>
                <dgm:constr type="h" for="ch" forName="firstChild" refType="h"/>
                <dgm:constr type="l" for="ch" forName="firstChildTx"/>
                <dgm:constr type="r" for="ch" forName="firstChildTx" refType="w" fact="0.825"/>
                <dgm:constr type="h" for="ch" forName="firstChildTx" refFor="ch" refForName="firstChild" op="equ"/>
              </dgm:constrLst>
            </dgm:else>
          </dgm:choose>
          <dgm:ruleLst/>
          <dgm:layoutNode name="firstChild" styleLbl="bgAccFollowNode1">
            <dgm:alg type="sp"/>
            <dgm:shape xmlns:r="http://schemas.openxmlformats.org/officeDocument/2006/relationships" type="rect" r:blip="">
              <dgm:adjLst/>
            </dgm:shape>
            <dgm:presOf axis="ch desOrSelf" ptType="node node" cnt="1 0"/>
            <dgm:constrLst/>
            <dgm:ruleLst/>
          </dgm:layoutNode>
          <dgm:layoutNode name="firstChildTx" styleLbl="bgAccFollowNode1">
            <dgm:varLst>
              <dgm:bulletEnabled val="1"/>
            </dgm:varLst>
            <dgm:alg type="tx">
              <dgm:param type="parTxLTRAlign" val="l"/>
            </dgm:alg>
            <dgm:shape xmlns:r="http://schemas.openxmlformats.org/officeDocument/2006/relationships" type="rect" r:blip="" hideGeom="1">
              <dgm:adjLst/>
            </dgm:shape>
            <dgm:presOf axis="ch desOrSelf" ptType="node node" cnt="1 0"/>
            <dgm:choose name="Name7">
              <dgm:if name="Name8" func="var" arg="dir" op="equ" val="norm">
                <dgm:constrLst>
                  <dgm:constr type="primFontSz" val="65"/>
                  <dgm:constr type="lMarg"/>
                </dgm:constrLst>
              </dgm:if>
              <dgm:else name="Name9">
                <dgm:constrLst>
                  <dgm:constr type="primFontSz" val="65"/>
                  <dgm:constr type="rMarg"/>
                </dgm:constrLst>
              </dgm:else>
            </dgm:choose>
            <dgm:ruleLst>
              <dgm:rule type="primFontSz" val="5" fact="NaN" max="NaN"/>
            </dgm:ruleLst>
          </dgm:layoutNode>
        </dgm:layoutNode>
        <dgm:forEach name="Name10" axis="ch" ptType="node" st="2">
          <dgm:layoutNode name="comp">
            <dgm:alg type="composite"/>
            <dgm:shape xmlns:r="http://schemas.openxmlformats.org/officeDocument/2006/relationships" r:blip="">
              <dgm:adjLst/>
            </dgm:shape>
            <dgm:presOf/>
            <dgm:choose name="Name11">
              <dgm:if name="Name12" func="var" arg="dir" op="equ" val="norm">
                <dgm:constrLst>
                  <dgm:constr type="l" for="ch" forName="child"/>
                  <dgm:constr type="t" for="ch" forName="child"/>
                  <dgm:constr type="w" for="ch" forName="child" refType="w"/>
                  <dgm:constr type="h" for="ch" forName="child" refType="h"/>
                  <dgm:constr type="l" for="ch" forName="childTx" refType="w" fact="0.16"/>
                  <dgm:constr type="r" for="ch" forName="childTx" refType="w"/>
                  <dgm:constr type="h" for="ch" forName="childTx" refFor="ch" refForName="child" op="equ"/>
                </dgm:constrLst>
              </dgm:if>
              <dgm:else name="Name13">
                <dgm:constrLst>
                  <dgm:constr type="l" for="ch" forName="child"/>
                  <dgm:constr type="t" for="ch" forName="child"/>
                  <dgm:constr type="w" for="ch" forName="child" refType="w"/>
                  <dgm:constr type="h" for="ch" forName="child" refType="h"/>
                  <dgm:constr type="l" for="ch" forName="childTx"/>
                  <dgm:constr type="r" for="ch" forName="childTx" refType="w" fact="0.825"/>
                  <dgm:constr type="h" for="ch" forName="childTx" refFor="ch" refForName="child" op="equ"/>
                </dgm:constrLst>
              </dgm:else>
            </dgm:choose>
            <dgm:ruleLst/>
            <dgm:layoutNode name="child" styleLbl="bgAccFollowNode1">
              <dgm:alg type="sp"/>
              <dgm:shape xmlns:r="http://schemas.openxmlformats.org/officeDocument/2006/relationships" type="rect" r:blip="">
                <dgm:adjLst/>
              </dgm:shape>
              <dgm:presOf axis="desOrSelf" ptType="node"/>
              <dgm:constrLst/>
              <dgm:ruleLst/>
            </dgm:layoutNode>
            <dgm:layoutNode name="childTx" styleLbl="bgAccFollowNode1">
              <dgm:varLst>
                <dgm:bulletEnabled val="1"/>
              </dgm:varLst>
              <dgm:alg type="tx">
                <dgm:param type="parTxLTRAlign" val="l"/>
              </dgm:alg>
              <dgm:shape xmlns:r="http://schemas.openxmlformats.org/officeDocument/2006/relationships" type="rect" r:blip="" hideGeom="1">
                <dgm:adjLst/>
              </dgm:shape>
              <dgm:presOf axis="desOrSelf" ptType="node"/>
              <dgm:choose name="Name14">
                <dgm:if name="Name15" func="var" arg="dir" op="equ" val="norm">
                  <dgm:constrLst>
                    <dgm:constr type="primFontSz" val="65"/>
                    <dgm:constr type="lMarg"/>
                  </dgm:constrLst>
                </dgm:if>
                <dgm:else name="Name16">
                  <dgm:constrLst>
                    <dgm:constr type="primFontSz" val="65"/>
                    <dgm:constr type="rMarg"/>
                  </dgm:constrLst>
                </dgm:else>
              </dgm:choose>
              <dgm:ruleLst>
                <dgm:rule type="primFontSz" val="5" fact="NaN" max="NaN"/>
              </dgm:ruleLst>
            </dgm:layoutNode>
          </dgm:layoutNode>
        </dgm:forEach>
      </dgm:layoutNode>
      <dgm:layoutNode name="neg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ircle" styleLbl="node1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lMarg"/>
          <dgm:constr type="rMarg"/>
          <dgm:constr type="tMarg"/>
          <dgm:constr type="bMarg"/>
          <dgm:constr type="h" refType="w"/>
        </dgm:constrLst>
        <dgm:ruleLst>
          <dgm:rule type="primFontSz" val="5" fact="NaN" max="NaN"/>
        </dgm:ruleLst>
      </dgm:layoutNode>
      <dgm:forEach name="Name17" axis="followSib" ptType="sibTrans" cnt="1">
        <dgm:layoutNode name="trans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List9">
  <dgm:title val=""/>
  <dgm:desc val=""/>
  <dgm:catLst>
    <dgm:cat type="list" pri="8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3" srcId="0" destId="1" srcOrd="0" destOrd="0"/>
        <dgm:cxn modelId="4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1" destId="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2"/>
        <dgm:pt modelId="21"/>
        <dgm:pt modelId="22"/>
        <dgm:pt modelId="23"/>
        <dgm:pt modelId="24"/>
        <dgm:pt modelId="3"/>
        <dgm:pt modelId="31"/>
        <dgm:pt modelId="32"/>
        <dgm:pt modelId="33"/>
        <dgm:pt modelId="34"/>
      </dgm:ptLst>
      <dgm:cxnLst>
        <dgm:cxn modelId="4" srcId="0" destId="1" srcOrd="0" destOrd="0"/>
        <dgm:cxn modelId="5" srcId="0" destId="2" srcOrd="1" destOrd="0"/>
        <dgm:cxn modelId="6" srcId="0" destId="3" srcOrd="1" destOrd="0"/>
        <dgm:cxn modelId="15" srcId="1" destId="11" srcOrd="0" destOrd="0"/>
        <dgm:cxn modelId="16" srcId="1" destId="12" srcOrd="0" destOrd="0"/>
        <dgm:cxn modelId="17" srcId="1" destId="13" srcOrd="0" destOrd="0"/>
        <dgm:cxn modelId="18" srcId="1" destId="14" srcOrd="0" destOrd="0"/>
        <dgm:cxn modelId="25" srcId="2" destId="21" srcOrd="0" destOrd="0"/>
        <dgm:cxn modelId="26" srcId="2" destId="22" srcOrd="0" destOrd="0"/>
        <dgm:cxn modelId="27" srcId="2" destId="23" srcOrd="0" destOrd="0"/>
        <dgm:cxn modelId="28" srcId="2" destId="24" srcOrd="0" destOrd="0"/>
        <dgm:cxn modelId="35" srcId="3" destId="31" srcOrd="0" destOrd="0"/>
        <dgm:cxn modelId="36" srcId="3" destId="32" srcOrd="0" destOrd="0"/>
        <dgm:cxn modelId="37" srcId="3" destId="33" srcOrd="0" destOrd="0"/>
        <dgm:cxn modelId="38" srcId="3" destId="34" srcOrd="0" destOrd="0"/>
      </dgm:cxnLst>
      <dgm:bg/>
      <dgm:whole/>
    </dgm:dataModel>
  </dgm:clrData>
  <dgm:layoutNode name="list">
    <dgm:varLst>
      <dgm:dir/>
      <dgm:animLvl val="lvl"/>
    </dgm:varLst>
    <dgm:choose name="Name0">
      <dgm:if name="Name1" func="var" arg="dir" op="equ" val="norm">
        <dgm:alg type="lin">
          <dgm:param type="linDir" val="fromL"/>
          <dgm:param type="fallback" val="2D"/>
          <dgm:param type="nodeVertAlign" val="t"/>
        </dgm:alg>
      </dgm:if>
      <dgm:else name="Name2">
        <dgm:alg type="lin">
          <dgm:param type="linDir" val="fromR"/>
          <dgm:param type="fallback" val="2D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ircle" refType="w" fact="0.5"/>
      <dgm:constr type="w" for="ch" forName="vertFlow" refType="w" fact="0.75"/>
      <dgm:constr type="h" for="des" forName="firstComp" refType="w" refFor="ch" refForName="vertFlow" fact="0.667"/>
      <dgm:constr type="h" for="des" forName="comp" refType="h" refFor="des" refForName="firstComp" op="equ"/>
      <dgm:constr type="h" for="des" forName="topSpace" refType="w" refFor="ch" refForName="circle" op="equ" fact="0.4"/>
      <dgm:constr type="w" for="ch" forName="posSpace" refType="w" fact="0.4"/>
      <dgm:constr type="w" for="ch" forName="negSpace" refType="w" fact="-1.15"/>
      <dgm:constr type="w" for="ch" forName="transSpace" refType="w" fact="0.75"/>
      <dgm:constr type="primFontSz" for="ch" forName="circle" op="equ" val="65"/>
      <dgm:constr type="primFontSz" for="des" forName="firstChildTx" val="65"/>
      <dgm:constr type="primFontSz" for="des" forName="childTx" refType="primFontSz" refFor="des" refForName="firstChildTx" op="equ"/>
    </dgm:constrLst>
    <dgm:ruleLst/>
    <dgm:forEach name="Name3" axis="ch" ptType="node">
      <dgm:layoutNode name="pos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vertFlow">
        <dgm:alg type="lin">
          <dgm:param type="linDir" val="fromT"/>
        </dgm:alg>
        <dgm:shape xmlns:r="http://schemas.openxmlformats.org/officeDocument/2006/relationships" r:blip="">
          <dgm:adjLst/>
        </dgm:shape>
        <dgm:presOf/>
        <dgm:constrLst>
          <dgm:constr type="w" for="ch" forName="firstComp" refType="w"/>
          <dgm:constr type="w" for="ch" forName="comp" refType="w"/>
        </dgm:constrLst>
        <dgm:ruleLst/>
        <dgm:layoutNode name="top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firstComp">
          <dgm:alg type="composite"/>
          <dgm:shape xmlns:r="http://schemas.openxmlformats.org/officeDocument/2006/relationships" r:blip="">
            <dgm:adjLst/>
          </dgm:shape>
          <dgm:presOf/>
          <dgm:choose name="Name4">
            <dgm:if name="Name5" func="var" arg="dir" op="equ" val="norm">
              <dgm:constrLst>
                <dgm:constr type="l" for="ch" forName="firstChild"/>
                <dgm:constr type="t" for="ch" forName="firstChild"/>
                <dgm:constr type="w" for="ch" forName="firstChild" refType="w"/>
                <dgm:constr type="h" for="ch" forName="firstChild" refType="h"/>
                <dgm:constr type="l" for="ch" forName="firstChildTx" refType="w" fact="0.16"/>
                <dgm:constr type="r" for="ch" forName="firstChildTx" refType="w"/>
                <dgm:constr type="h" for="ch" forName="firstChildTx" refFor="ch" refForName="firstChild" op="equ"/>
              </dgm:constrLst>
            </dgm:if>
            <dgm:else name="Name6">
              <dgm:constrLst>
                <dgm:constr type="l" for="ch" forName="firstChild"/>
                <dgm:constr type="t" for="ch" forName="firstChild"/>
                <dgm:constr type="w" for="ch" forName="firstChild" refType="w"/>
                <dgm:constr type="h" for="ch" forName="firstChild" refType="h"/>
                <dgm:constr type="l" for="ch" forName="firstChildTx"/>
                <dgm:constr type="r" for="ch" forName="firstChildTx" refType="w" fact="0.825"/>
                <dgm:constr type="h" for="ch" forName="firstChildTx" refFor="ch" refForName="firstChild" op="equ"/>
              </dgm:constrLst>
            </dgm:else>
          </dgm:choose>
          <dgm:ruleLst/>
          <dgm:layoutNode name="firstChild" styleLbl="bgAccFollowNode1">
            <dgm:alg type="sp"/>
            <dgm:shape xmlns:r="http://schemas.openxmlformats.org/officeDocument/2006/relationships" type="rect" r:blip="">
              <dgm:adjLst/>
            </dgm:shape>
            <dgm:presOf axis="ch desOrSelf" ptType="node node" cnt="1 0"/>
            <dgm:constrLst/>
            <dgm:ruleLst/>
          </dgm:layoutNode>
          <dgm:layoutNode name="firstChildTx" styleLbl="bgAccFollowNode1">
            <dgm:varLst>
              <dgm:bulletEnabled val="1"/>
            </dgm:varLst>
            <dgm:alg type="tx">
              <dgm:param type="parTxLTRAlign" val="l"/>
            </dgm:alg>
            <dgm:shape xmlns:r="http://schemas.openxmlformats.org/officeDocument/2006/relationships" type="rect" r:blip="" hideGeom="1">
              <dgm:adjLst/>
            </dgm:shape>
            <dgm:presOf axis="ch desOrSelf" ptType="node node" cnt="1 0"/>
            <dgm:choose name="Name7">
              <dgm:if name="Name8" func="var" arg="dir" op="equ" val="norm">
                <dgm:constrLst>
                  <dgm:constr type="primFontSz" val="65"/>
                  <dgm:constr type="lMarg"/>
                </dgm:constrLst>
              </dgm:if>
              <dgm:else name="Name9">
                <dgm:constrLst>
                  <dgm:constr type="primFontSz" val="65"/>
                  <dgm:constr type="rMarg"/>
                </dgm:constrLst>
              </dgm:else>
            </dgm:choose>
            <dgm:ruleLst>
              <dgm:rule type="primFontSz" val="5" fact="NaN" max="NaN"/>
            </dgm:ruleLst>
          </dgm:layoutNode>
        </dgm:layoutNode>
        <dgm:forEach name="Name10" axis="ch" ptType="node" st="2">
          <dgm:layoutNode name="comp">
            <dgm:alg type="composite"/>
            <dgm:shape xmlns:r="http://schemas.openxmlformats.org/officeDocument/2006/relationships" r:blip="">
              <dgm:adjLst/>
            </dgm:shape>
            <dgm:presOf/>
            <dgm:choose name="Name11">
              <dgm:if name="Name12" func="var" arg="dir" op="equ" val="norm">
                <dgm:constrLst>
                  <dgm:constr type="l" for="ch" forName="child"/>
                  <dgm:constr type="t" for="ch" forName="child"/>
                  <dgm:constr type="w" for="ch" forName="child" refType="w"/>
                  <dgm:constr type="h" for="ch" forName="child" refType="h"/>
                  <dgm:constr type="l" for="ch" forName="childTx" refType="w" fact="0.16"/>
                  <dgm:constr type="r" for="ch" forName="childTx" refType="w"/>
                  <dgm:constr type="h" for="ch" forName="childTx" refFor="ch" refForName="child" op="equ"/>
                </dgm:constrLst>
              </dgm:if>
              <dgm:else name="Name13">
                <dgm:constrLst>
                  <dgm:constr type="l" for="ch" forName="child"/>
                  <dgm:constr type="t" for="ch" forName="child"/>
                  <dgm:constr type="w" for="ch" forName="child" refType="w"/>
                  <dgm:constr type="h" for="ch" forName="child" refType="h"/>
                  <dgm:constr type="l" for="ch" forName="childTx"/>
                  <dgm:constr type="r" for="ch" forName="childTx" refType="w" fact="0.825"/>
                  <dgm:constr type="h" for="ch" forName="childTx" refFor="ch" refForName="child" op="equ"/>
                </dgm:constrLst>
              </dgm:else>
            </dgm:choose>
            <dgm:ruleLst/>
            <dgm:layoutNode name="child" styleLbl="bgAccFollowNode1">
              <dgm:alg type="sp"/>
              <dgm:shape xmlns:r="http://schemas.openxmlformats.org/officeDocument/2006/relationships" type="rect" r:blip="">
                <dgm:adjLst/>
              </dgm:shape>
              <dgm:presOf axis="desOrSelf" ptType="node"/>
              <dgm:constrLst/>
              <dgm:ruleLst/>
            </dgm:layoutNode>
            <dgm:layoutNode name="childTx" styleLbl="bgAccFollowNode1">
              <dgm:varLst>
                <dgm:bulletEnabled val="1"/>
              </dgm:varLst>
              <dgm:alg type="tx">
                <dgm:param type="parTxLTRAlign" val="l"/>
              </dgm:alg>
              <dgm:shape xmlns:r="http://schemas.openxmlformats.org/officeDocument/2006/relationships" type="rect" r:blip="" hideGeom="1">
                <dgm:adjLst/>
              </dgm:shape>
              <dgm:presOf axis="desOrSelf" ptType="node"/>
              <dgm:choose name="Name14">
                <dgm:if name="Name15" func="var" arg="dir" op="equ" val="norm">
                  <dgm:constrLst>
                    <dgm:constr type="primFontSz" val="65"/>
                    <dgm:constr type="lMarg"/>
                  </dgm:constrLst>
                </dgm:if>
                <dgm:else name="Name16">
                  <dgm:constrLst>
                    <dgm:constr type="primFontSz" val="65"/>
                    <dgm:constr type="rMarg"/>
                  </dgm:constrLst>
                </dgm:else>
              </dgm:choose>
              <dgm:ruleLst>
                <dgm:rule type="primFontSz" val="5" fact="NaN" max="NaN"/>
              </dgm:ruleLst>
            </dgm:layoutNode>
          </dgm:layoutNode>
        </dgm:forEach>
      </dgm:layoutNode>
      <dgm:layoutNode name="neg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ircle" styleLbl="node1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lMarg"/>
          <dgm:constr type="rMarg"/>
          <dgm:constr type="tMarg"/>
          <dgm:constr type="bMarg"/>
          <dgm:constr type="h" refType="w"/>
        </dgm:constrLst>
        <dgm:ruleLst>
          <dgm:rule type="primFontSz" val="5" fact="NaN" max="NaN"/>
        </dgm:ruleLst>
      </dgm:layoutNode>
      <dgm:forEach name="Name17" axis="followSib" ptType="sibTrans" cnt="1">
        <dgm:layoutNode name="trans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List9">
  <dgm:title val=""/>
  <dgm:desc val=""/>
  <dgm:catLst>
    <dgm:cat type="list" pri="8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3" srcId="0" destId="1" srcOrd="0" destOrd="0"/>
        <dgm:cxn modelId="4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1" destId="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2"/>
        <dgm:pt modelId="21"/>
        <dgm:pt modelId="22"/>
        <dgm:pt modelId="23"/>
        <dgm:pt modelId="24"/>
        <dgm:pt modelId="3"/>
        <dgm:pt modelId="31"/>
        <dgm:pt modelId="32"/>
        <dgm:pt modelId="33"/>
        <dgm:pt modelId="34"/>
      </dgm:ptLst>
      <dgm:cxnLst>
        <dgm:cxn modelId="4" srcId="0" destId="1" srcOrd="0" destOrd="0"/>
        <dgm:cxn modelId="5" srcId="0" destId="2" srcOrd="1" destOrd="0"/>
        <dgm:cxn modelId="6" srcId="0" destId="3" srcOrd="1" destOrd="0"/>
        <dgm:cxn modelId="15" srcId="1" destId="11" srcOrd="0" destOrd="0"/>
        <dgm:cxn modelId="16" srcId="1" destId="12" srcOrd="0" destOrd="0"/>
        <dgm:cxn modelId="17" srcId="1" destId="13" srcOrd="0" destOrd="0"/>
        <dgm:cxn modelId="18" srcId="1" destId="14" srcOrd="0" destOrd="0"/>
        <dgm:cxn modelId="25" srcId="2" destId="21" srcOrd="0" destOrd="0"/>
        <dgm:cxn modelId="26" srcId="2" destId="22" srcOrd="0" destOrd="0"/>
        <dgm:cxn modelId="27" srcId="2" destId="23" srcOrd="0" destOrd="0"/>
        <dgm:cxn modelId="28" srcId="2" destId="24" srcOrd="0" destOrd="0"/>
        <dgm:cxn modelId="35" srcId="3" destId="31" srcOrd="0" destOrd="0"/>
        <dgm:cxn modelId="36" srcId="3" destId="32" srcOrd="0" destOrd="0"/>
        <dgm:cxn modelId="37" srcId="3" destId="33" srcOrd="0" destOrd="0"/>
        <dgm:cxn modelId="38" srcId="3" destId="34" srcOrd="0" destOrd="0"/>
      </dgm:cxnLst>
      <dgm:bg/>
      <dgm:whole/>
    </dgm:dataModel>
  </dgm:clrData>
  <dgm:layoutNode name="list">
    <dgm:varLst>
      <dgm:dir/>
      <dgm:animLvl val="lvl"/>
    </dgm:varLst>
    <dgm:choose name="Name0">
      <dgm:if name="Name1" func="var" arg="dir" op="equ" val="norm">
        <dgm:alg type="lin">
          <dgm:param type="linDir" val="fromL"/>
          <dgm:param type="fallback" val="2D"/>
          <dgm:param type="nodeVertAlign" val="t"/>
        </dgm:alg>
      </dgm:if>
      <dgm:else name="Name2">
        <dgm:alg type="lin">
          <dgm:param type="linDir" val="fromR"/>
          <dgm:param type="fallback" val="2D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ircle" refType="w" fact="0.5"/>
      <dgm:constr type="w" for="ch" forName="vertFlow" refType="w" fact="0.75"/>
      <dgm:constr type="h" for="des" forName="firstComp" refType="w" refFor="ch" refForName="vertFlow" fact="0.667"/>
      <dgm:constr type="h" for="des" forName="comp" refType="h" refFor="des" refForName="firstComp" op="equ"/>
      <dgm:constr type="h" for="des" forName="topSpace" refType="w" refFor="ch" refForName="circle" op="equ" fact="0.4"/>
      <dgm:constr type="w" for="ch" forName="posSpace" refType="w" fact="0.4"/>
      <dgm:constr type="w" for="ch" forName="negSpace" refType="w" fact="-1.15"/>
      <dgm:constr type="w" for="ch" forName="transSpace" refType="w" fact="0.75"/>
      <dgm:constr type="primFontSz" for="ch" forName="circle" op="equ" val="65"/>
      <dgm:constr type="primFontSz" for="des" forName="firstChildTx" val="65"/>
      <dgm:constr type="primFontSz" for="des" forName="childTx" refType="primFontSz" refFor="des" refForName="firstChildTx" op="equ"/>
    </dgm:constrLst>
    <dgm:ruleLst/>
    <dgm:forEach name="Name3" axis="ch" ptType="node">
      <dgm:layoutNode name="pos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vertFlow">
        <dgm:alg type="lin">
          <dgm:param type="linDir" val="fromT"/>
        </dgm:alg>
        <dgm:shape xmlns:r="http://schemas.openxmlformats.org/officeDocument/2006/relationships" r:blip="">
          <dgm:adjLst/>
        </dgm:shape>
        <dgm:presOf/>
        <dgm:constrLst>
          <dgm:constr type="w" for="ch" forName="firstComp" refType="w"/>
          <dgm:constr type="w" for="ch" forName="comp" refType="w"/>
        </dgm:constrLst>
        <dgm:ruleLst/>
        <dgm:layoutNode name="top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firstComp">
          <dgm:alg type="composite"/>
          <dgm:shape xmlns:r="http://schemas.openxmlformats.org/officeDocument/2006/relationships" r:blip="">
            <dgm:adjLst/>
          </dgm:shape>
          <dgm:presOf/>
          <dgm:choose name="Name4">
            <dgm:if name="Name5" func="var" arg="dir" op="equ" val="norm">
              <dgm:constrLst>
                <dgm:constr type="l" for="ch" forName="firstChild"/>
                <dgm:constr type="t" for="ch" forName="firstChild"/>
                <dgm:constr type="w" for="ch" forName="firstChild" refType="w"/>
                <dgm:constr type="h" for="ch" forName="firstChild" refType="h"/>
                <dgm:constr type="l" for="ch" forName="firstChildTx" refType="w" fact="0.16"/>
                <dgm:constr type="r" for="ch" forName="firstChildTx" refType="w"/>
                <dgm:constr type="h" for="ch" forName="firstChildTx" refFor="ch" refForName="firstChild" op="equ"/>
              </dgm:constrLst>
            </dgm:if>
            <dgm:else name="Name6">
              <dgm:constrLst>
                <dgm:constr type="l" for="ch" forName="firstChild"/>
                <dgm:constr type="t" for="ch" forName="firstChild"/>
                <dgm:constr type="w" for="ch" forName="firstChild" refType="w"/>
                <dgm:constr type="h" for="ch" forName="firstChild" refType="h"/>
                <dgm:constr type="l" for="ch" forName="firstChildTx"/>
                <dgm:constr type="r" for="ch" forName="firstChildTx" refType="w" fact="0.825"/>
                <dgm:constr type="h" for="ch" forName="firstChildTx" refFor="ch" refForName="firstChild" op="equ"/>
              </dgm:constrLst>
            </dgm:else>
          </dgm:choose>
          <dgm:ruleLst/>
          <dgm:layoutNode name="firstChild" styleLbl="bgAccFollowNode1">
            <dgm:alg type="sp"/>
            <dgm:shape xmlns:r="http://schemas.openxmlformats.org/officeDocument/2006/relationships" type="rect" r:blip="">
              <dgm:adjLst/>
            </dgm:shape>
            <dgm:presOf axis="ch desOrSelf" ptType="node node" cnt="1 0"/>
            <dgm:constrLst/>
            <dgm:ruleLst/>
          </dgm:layoutNode>
          <dgm:layoutNode name="firstChildTx" styleLbl="bgAccFollowNode1">
            <dgm:varLst>
              <dgm:bulletEnabled val="1"/>
            </dgm:varLst>
            <dgm:alg type="tx">
              <dgm:param type="parTxLTRAlign" val="l"/>
            </dgm:alg>
            <dgm:shape xmlns:r="http://schemas.openxmlformats.org/officeDocument/2006/relationships" type="rect" r:blip="" hideGeom="1">
              <dgm:adjLst/>
            </dgm:shape>
            <dgm:presOf axis="ch desOrSelf" ptType="node node" cnt="1 0"/>
            <dgm:choose name="Name7">
              <dgm:if name="Name8" func="var" arg="dir" op="equ" val="norm">
                <dgm:constrLst>
                  <dgm:constr type="primFontSz" val="65"/>
                  <dgm:constr type="lMarg"/>
                </dgm:constrLst>
              </dgm:if>
              <dgm:else name="Name9">
                <dgm:constrLst>
                  <dgm:constr type="primFontSz" val="65"/>
                  <dgm:constr type="rMarg"/>
                </dgm:constrLst>
              </dgm:else>
            </dgm:choose>
            <dgm:ruleLst>
              <dgm:rule type="primFontSz" val="5" fact="NaN" max="NaN"/>
            </dgm:ruleLst>
          </dgm:layoutNode>
        </dgm:layoutNode>
        <dgm:forEach name="Name10" axis="ch" ptType="node" st="2">
          <dgm:layoutNode name="comp">
            <dgm:alg type="composite"/>
            <dgm:shape xmlns:r="http://schemas.openxmlformats.org/officeDocument/2006/relationships" r:blip="">
              <dgm:adjLst/>
            </dgm:shape>
            <dgm:presOf/>
            <dgm:choose name="Name11">
              <dgm:if name="Name12" func="var" arg="dir" op="equ" val="norm">
                <dgm:constrLst>
                  <dgm:constr type="l" for="ch" forName="child"/>
                  <dgm:constr type="t" for="ch" forName="child"/>
                  <dgm:constr type="w" for="ch" forName="child" refType="w"/>
                  <dgm:constr type="h" for="ch" forName="child" refType="h"/>
                  <dgm:constr type="l" for="ch" forName="childTx" refType="w" fact="0.16"/>
                  <dgm:constr type="r" for="ch" forName="childTx" refType="w"/>
                  <dgm:constr type="h" for="ch" forName="childTx" refFor="ch" refForName="child" op="equ"/>
                </dgm:constrLst>
              </dgm:if>
              <dgm:else name="Name13">
                <dgm:constrLst>
                  <dgm:constr type="l" for="ch" forName="child"/>
                  <dgm:constr type="t" for="ch" forName="child"/>
                  <dgm:constr type="w" for="ch" forName="child" refType="w"/>
                  <dgm:constr type="h" for="ch" forName="child" refType="h"/>
                  <dgm:constr type="l" for="ch" forName="childTx"/>
                  <dgm:constr type="r" for="ch" forName="childTx" refType="w" fact="0.825"/>
                  <dgm:constr type="h" for="ch" forName="childTx" refFor="ch" refForName="child" op="equ"/>
                </dgm:constrLst>
              </dgm:else>
            </dgm:choose>
            <dgm:ruleLst/>
            <dgm:layoutNode name="child" styleLbl="bgAccFollowNode1">
              <dgm:alg type="sp"/>
              <dgm:shape xmlns:r="http://schemas.openxmlformats.org/officeDocument/2006/relationships" type="rect" r:blip="">
                <dgm:adjLst/>
              </dgm:shape>
              <dgm:presOf axis="desOrSelf" ptType="node"/>
              <dgm:constrLst/>
              <dgm:ruleLst/>
            </dgm:layoutNode>
            <dgm:layoutNode name="childTx" styleLbl="bgAccFollowNode1">
              <dgm:varLst>
                <dgm:bulletEnabled val="1"/>
              </dgm:varLst>
              <dgm:alg type="tx">
                <dgm:param type="parTxLTRAlign" val="l"/>
              </dgm:alg>
              <dgm:shape xmlns:r="http://schemas.openxmlformats.org/officeDocument/2006/relationships" type="rect" r:blip="" hideGeom="1">
                <dgm:adjLst/>
              </dgm:shape>
              <dgm:presOf axis="desOrSelf" ptType="node"/>
              <dgm:choose name="Name14">
                <dgm:if name="Name15" func="var" arg="dir" op="equ" val="norm">
                  <dgm:constrLst>
                    <dgm:constr type="primFontSz" val="65"/>
                    <dgm:constr type="lMarg"/>
                  </dgm:constrLst>
                </dgm:if>
                <dgm:else name="Name16">
                  <dgm:constrLst>
                    <dgm:constr type="primFontSz" val="65"/>
                    <dgm:constr type="rMarg"/>
                  </dgm:constrLst>
                </dgm:else>
              </dgm:choose>
              <dgm:ruleLst>
                <dgm:rule type="primFontSz" val="5" fact="NaN" max="NaN"/>
              </dgm:ruleLst>
            </dgm:layoutNode>
          </dgm:layoutNode>
        </dgm:forEach>
      </dgm:layoutNode>
      <dgm:layoutNode name="neg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ircle" styleLbl="node1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lMarg"/>
          <dgm:constr type="rMarg"/>
          <dgm:constr type="tMarg"/>
          <dgm:constr type="bMarg"/>
          <dgm:constr type="h" refType="w"/>
        </dgm:constrLst>
        <dgm:ruleLst>
          <dgm:rule type="primFontSz" val="5" fact="NaN" max="NaN"/>
        </dgm:ruleLst>
      </dgm:layoutNode>
      <dgm:forEach name="Name17" axis="followSib" ptType="sibTrans" cnt="1">
        <dgm:layoutNode name="trans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CEAAF3-9831-450B-8D59-2C09DB96C8FC}" type="datetimeFigureOut">
              <a:rPr lang="en-US"/>
              <a:t>4/13/2025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834459-7356-44BF-850D-8B30C4FB3B6B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690165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50CD79-FC16-4410-AB61-17F26E6D3BC8}" type="datetimeFigureOut">
              <a:rPr lang="en-US"/>
              <a:t>4/13/2025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3C37BE-C303-496D-B5CD-85F2937540F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508422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i="1" dirty="0">
                <a:latin typeface="Arial" pitchFamily="34" charset="0"/>
                <a:cs typeface="Arial" pitchFamily="34" charset="0"/>
              </a:rPr>
              <a:t>NOTE:</a:t>
            </a:r>
          </a:p>
          <a:p>
            <a:r>
              <a:rPr lang="en-US" i="1" dirty="0">
                <a:latin typeface="Arial" pitchFamily="34" charset="0"/>
                <a:cs typeface="Arial" pitchFamily="34" charset="0"/>
              </a:rPr>
              <a:t>To change the  image on this slide, select the picture and delete it. Then click the Pictures icon in the placeholder to insert your own image.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3C37BE-C303-496D-B5CD-85F2937540F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61502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56663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24445" y="0"/>
            <a:ext cx="1747524" cy="229209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4900" y="2292094"/>
            <a:ext cx="10096500" cy="2219691"/>
          </a:xfrm>
        </p:spPr>
        <p:txBody>
          <a:bodyPr anchor="ctr">
            <a:normAutofit/>
          </a:bodyPr>
          <a:lstStyle>
            <a:lvl1pPr algn="l">
              <a:defRPr sz="4400" cap="all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4898" y="4511784"/>
            <a:ext cx="10096501" cy="955565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5778124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20000"/>
                    <a:lumOff val="80000"/>
                  </a:schemeClr>
                </a:solidFill>
              </a:defRPr>
            </a:lvl1pPr>
          </a:lstStyle>
          <a:p>
            <a:fld id="{402B9795-92DC-40DC-A1CA-9A4B349D7824}" type="datetimeFigureOut">
              <a:rPr lang="en-US" smtClean="0"/>
              <a:pPr/>
              <a:t>4/13/2025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20000"/>
                    <a:lumOff val="80000"/>
                  </a:schemeClr>
                </a:solidFill>
              </a:defRPr>
            </a:lvl1pPr>
          </a:lstStyle>
          <a:p>
            <a:fld id="{0FF54DE5-C571-48E8-A5BC-B369434E2F4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97565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4/13/2025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868768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4900" y="2292094"/>
            <a:ext cx="5734050" cy="2219691"/>
          </a:xfrm>
        </p:spPr>
        <p:txBody>
          <a:bodyPr anchor="ctr">
            <a:normAutofit/>
          </a:bodyPr>
          <a:lstStyle>
            <a:lvl1pPr algn="l">
              <a:defRPr sz="4400" cap="all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4900" y="4511784"/>
            <a:ext cx="5734050" cy="955565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1" name="Picture Placeholder 10" descr="An empty placeholder to add an image. Click on the placeholder and select the image that you wish to add."/>
          <p:cNvSpPr>
            <a:spLocks noGrp="1"/>
          </p:cNvSpPr>
          <p:nvPr>
            <p:ph type="pic" sz="quarter" idx="13"/>
          </p:nvPr>
        </p:nvSpPr>
        <p:spPr>
          <a:xfrm>
            <a:off x="6981063" y="1310656"/>
            <a:ext cx="5210937" cy="4208604"/>
          </a:xfrm>
          <a:solidFill>
            <a:schemeClr val="tx1">
              <a:lumMod val="20000"/>
              <a:lumOff val="80000"/>
            </a:schemeClr>
          </a:solidFill>
        </p:spPr>
        <p:txBody>
          <a:bodyPr tIns="1005840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4" name="Group 13"/>
          <p:cNvGrpSpPr/>
          <p:nvPr/>
        </p:nvGrpSpPr>
        <p:grpSpPr>
          <a:xfrm>
            <a:off x="0" y="1143000"/>
            <a:ext cx="12192000" cy="63125"/>
            <a:chOff x="507492" y="1501519"/>
            <a:chExt cx="8129016" cy="63125"/>
          </a:xfrm>
        </p:grpSpPr>
        <p:cxnSp>
          <p:nvCxnSpPr>
            <p:cNvPr id="15" name="Straight Connector 14"/>
            <p:cNvCxnSpPr/>
            <p:nvPr/>
          </p:nvCxnSpPr>
          <p:spPr>
            <a:xfrm>
              <a:off x="507492" y="1564644"/>
              <a:ext cx="8129016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>
              <a:off x="507492" y="1501519"/>
              <a:ext cx="8129016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25880" y="0"/>
            <a:ext cx="1747524" cy="2292094"/>
          </a:xfrm>
          <a:prstGeom prst="rect">
            <a:avLst/>
          </a:prstGeom>
        </p:spPr>
      </p:pic>
      <p:grpSp>
        <p:nvGrpSpPr>
          <p:cNvPr id="13" name="Group 12"/>
          <p:cNvGrpSpPr/>
          <p:nvPr/>
        </p:nvGrpSpPr>
        <p:grpSpPr>
          <a:xfrm rot="10800000">
            <a:off x="0" y="5645510"/>
            <a:ext cx="12192000" cy="63125"/>
            <a:chOff x="507492" y="1501519"/>
            <a:chExt cx="8129016" cy="63125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07492" y="1564644"/>
              <a:ext cx="8129016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507492" y="1501519"/>
              <a:ext cx="8129016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Rectangle 6"/>
          <p:cNvSpPr/>
          <p:nvPr/>
        </p:nvSpPr>
        <p:spPr>
          <a:xfrm>
            <a:off x="0" y="5778124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26739436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2514600"/>
            <a:ext cx="12192000" cy="3194035"/>
            <a:chOff x="647402" y="2514600"/>
            <a:chExt cx="10838688" cy="3194035"/>
          </a:xfrm>
        </p:grpSpPr>
        <p:grpSp>
          <p:nvGrpSpPr>
            <p:cNvPr id="9" name="Group 8"/>
            <p:cNvGrpSpPr/>
            <p:nvPr/>
          </p:nvGrpSpPr>
          <p:grpSpPr>
            <a:xfrm>
              <a:off x="647402" y="2514600"/>
              <a:ext cx="10838688" cy="63125"/>
              <a:chOff x="507492" y="1501519"/>
              <a:chExt cx="8129016" cy="63125"/>
            </a:xfrm>
          </p:grpSpPr>
          <p:cxnSp>
            <p:nvCxnSpPr>
              <p:cNvPr id="14" name="Straight Connector 13"/>
              <p:cNvCxnSpPr/>
              <p:nvPr/>
            </p:nvCxnSpPr>
            <p:spPr>
              <a:xfrm>
                <a:off x="507492" y="1564644"/>
                <a:ext cx="8129016" cy="0"/>
              </a:xfrm>
              <a:prstGeom prst="line">
                <a:avLst/>
              </a:prstGeom>
              <a:ln w="381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/>
              <p:cNvCxnSpPr/>
              <p:nvPr/>
            </p:nvCxnSpPr>
            <p:spPr>
              <a:xfrm>
                <a:off x="507492" y="1501519"/>
                <a:ext cx="8129016" cy="0"/>
              </a:xfrm>
              <a:prstGeom prst="line">
                <a:avLst/>
              </a:prstGeom>
              <a:ln w="127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" name="Rectangle 9"/>
            <p:cNvSpPr/>
            <p:nvPr/>
          </p:nvSpPr>
          <p:spPr>
            <a:xfrm>
              <a:off x="647402" y="2640850"/>
              <a:ext cx="10838688" cy="294153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grpSp>
          <p:nvGrpSpPr>
            <p:cNvPr id="11" name="Group 10"/>
            <p:cNvGrpSpPr/>
            <p:nvPr/>
          </p:nvGrpSpPr>
          <p:grpSpPr>
            <a:xfrm rot="10800000">
              <a:off x="647402" y="5645510"/>
              <a:ext cx="10838688" cy="63125"/>
              <a:chOff x="507492" y="1501519"/>
              <a:chExt cx="8129016" cy="63125"/>
            </a:xfrm>
          </p:grpSpPr>
          <p:cxnSp>
            <p:nvCxnSpPr>
              <p:cNvPr id="12" name="Straight Connector 11"/>
              <p:cNvCxnSpPr/>
              <p:nvPr/>
            </p:nvCxnSpPr>
            <p:spPr>
              <a:xfrm>
                <a:off x="507492" y="1564644"/>
                <a:ext cx="8129016" cy="0"/>
              </a:xfrm>
              <a:prstGeom prst="line">
                <a:avLst/>
              </a:prstGeom>
              <a:ln w="381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/>
              <p:cNvCxnSpPr/>
              <p:nvPr/>
            </p:nvCxnSpPr>
            <p:spPr>
              <a:xfrm>
                <a:off x="507492" y="1501519"/>
                <a:ext cx="8129016" cy="0"/>
              </a:xfrm>
              <a:prstGeom prst="line">
                <a:avLst/>
              </a:prstGeom>
              <a:ln w="127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5880" y="0"/>
            <a:ext cx="1783188" cy="2971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4899" y="2971806"/>
            <a:ext cx="10071099" cy="1684150"/>
          </a:xfrm>
        </p:spPr>
        <p:txBody>
          <a:bodyPr anchor="ctr">
            <a:normAutofit/>
          </a:bodyPr>
          <a:lstStyle>
            <a:lvl1pPr>
              <a:defRPr sz="4400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4899" y="4655956"/>
            <a:ext cx="10071099" cy="50975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4/13/2025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026788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4900" y="1600200"/>
            <a:ext cx="4914900" cy="4571999"/>
          </a:xfrm>
        </p:spPr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00200"/>
            <a:ext cx="4914900" cy="4571999"/>
          </a:xfrm>
        </p:spPr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4/13/2025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277910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4900" y="1600200"/>
            <a:ext cx="4919472" cy="823912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4900" y="2424112"/>
            <a:ext cx="4919472" cy="37480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66110" y="1600200"/>
            <a:ext cx="4919472" cy="823912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66110" y="2424112"/>
            <a:ext cx="4919472" cy="37480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4/13/2025</a:t>
            </a:fld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710161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4/13/2025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581115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4/13/2025</a:t>
            </a:fld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24169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04900" y="1600200"/>
            <a:ext cx="4384548" cy="4572000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41848" y="1600199"/>
            <a:ext cx="5445252" cy="457200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6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4/13/2025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697646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04900" y="1600200"/>
            <a:ext cx="3396996" cy="4572000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4654671" y="1600199"/>
            <a:ext cx="6430912" cy="4572001"/>
          </a:xfrm>
        </p:spPr>
        <p:txBody>
          <a:bodyPr tIns="1188720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4/13/2025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696370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4/13/2025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120767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372600" y="365125"/>
            <a:ext cx="17145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04900" y="365125"/>
            <a:ext cx="8098896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4/13/2025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  <p:grpSp>
        <p:nvGrpSpPr>
          <p:cNvPr id="7" name="Group 6"/>
          <p:cNvGrpSpPr/>
          <p:nvPr/>
        </p:nvGrpSpPr>
        <p:grpSpPr>
          <a:xfrm rot="5400000">
            <a:off x="6514047" y="3228843"/>
            <a:ext cx="5632704" cy="84403"/>
            <a:chOff x="1073150" y="1219201"/>
            <a:chExt cx="10058400" cy="63125"/>
          </a:xfrm>
        </p:grpSpPr>
        <p:cxnSp>
          <p:nvCxnSpPr>
            <p:cNvPr id="8" name="Straight Connector 7"/>
            <p:cNvCxnSpPr/>
            <p:nvPr/>
          </p:nvCxnSpPr>
          <p:spPr>
            <a:xfrm rot="10800000">
              <a:off x="1073150" y="1219201"/>
              <a:ext cx="10058400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rot="10800000">
              <a:off x="1073150" y="1282326"/>
              <a:ext cx="1005840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459271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04900" y="76200"/>
            <a:ext cx="9980682" cy="1096962"/>
          </a:xfrm>
          <a:prstGeom prst="rect">
            <a:avLst/>
          </a:prstGeom>
        </p:spPr>
        <p:txBody>
          <a:bodyPr vert="horz" lIns="0" tIns="45720" rIns="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4900" y="1600200"/>
            <a:ext cx="9982200" cy="457200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04899" y="6356351"/>
            <a:ext cx="1829559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200" baseline="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fld id="{402B9795-92DC-40DC-A1CA-9A4B349D7824}" type="datetimeFigureOut">
              <a:rPr lang="en-US" smtClean="0"/>
              <a:pPr/>
              <a:t>4/13/2025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934459" y="6356350"/>
            <a:ext cx="6323082" cy="365126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ctr">
              <a:defRPr sz="1200" baseline="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256782" y="6356351"/>
            <a:ext cx="182880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200" baseline="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fld id="{0FF54DE5-C571-48E8-A5BC-B369434E2F44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5" name="Group 14"/>
          <p:cNvGrpSpPr/>
          <p:nvPr/>
        </p:nvGrpSpPr>
        <p:grpSpPr>
          <a:xfrm>
            <a:off x="1103376" y="1219201"/>
            <a:ext cx="9985248" cy="84403"/>
            <a:chOff x="1073150" y="1219201"/>
            <a:chExt cx="10058400" cy="63125"/>
          </a:xfrm>
        </p:grpSpPr>
        <p:cxnSp>
          <p:nvCxnSpPr>
            <p:cNvPr id="13" name="Straight Connector 12"/>
            <p:cNvCxnSpPr/>
            <p:nvPr/>
          </p:nvCxnSpPr>
          <p:spPr>
            <a:xfrm rot="10800000">
              <a:off x="1073150" y="1219201"/>
              <a:ext cx="10058400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rot="10800000">
              <a:off x="1073150" y="1282326"/>
              <a:ext cx="1005840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462510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800"/>
        </a:spcBef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pos="696">
          <p15:clr>
            <a:srgbClr val="F26B43"/>
          </p15:clr>
        </p15:guide>
        <p15:guide id="2" pos="6984">
          <p15:clr>
            <a:srgbClr val="F26B43"/>
          </p15:clr>
        </p15:guide>
        <p15:guide id="3" orient="horz" pos="1008">
          <p15:clr>
            <a:srgbClr val="F26B43"/>
          </p15:clr>
        </p15:guide>
        <p15:guide id="4" orient="horz" pos="388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6.jpe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>
          <a:xfrm>
            <a:off x="1104900" y="2292094"/>
            <a:ext cx="5734050" cy="2219691"/>
          </a:xfrm>
        </p:spPr>
        <p:txBody>
          <a:bodyPr anchor="ctr">
            <a:normAutofit/>
          </a:bodyPr>
          <a:lstStyle/>
          <a:p>
            <a:pPr algn="ctr"/>
            <a:r>
              <a:rPr lang="ar-AE" sz="7200" dirty="0">
                <a:latin typeface="Amiri Quran" panose="00000500000000000000" pitchFamily="2" charset="-78"/>
                <a:cs typeface="Amiri Quran" panose="00000500000000000000" pitchFamily="2" charset="-78"/>
              </a:rPr>
              <a:t>البلاغة العربيّة</a:t>
            </a:r>
            <a:endParaRPr lang="en-US" sz="7200" dirty="0">
              <a:latin typeface="Amiri Quran" panose="00000500000000000000" pitchFamily="2" charset="-78"/>
              <a:cs typeface="Amiri Quran" panose="00000500000000000000" pitchFamily="2" charset="-78"/>
            </a:endParaRPr>
          </a:p>
        </p:txBody>
      </p:sp>
      <p:sp>
        <p:nvSpPr>
          <p:cNvPr id="7" name="Subtitle 6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l"/>
            <a:r>
              <a:rPr lang="ar-AE" sz="2800" dirty="0">
                <a:latin typeface="Amiri Quran" panose="00000500000000000000" pitchFamily="2" charset="-78"/>
                <a:cs typeface="Amiri Quran" panose="00000500000000000000" pitchFamily="2" charset="-78"/>
              </a:rPr>
              <a:t>علي أحمد حسين – جامعة حيفا</a:t>
            </a:r>
            <a:r>
              <a:rPr lang="en-US" sz="2800" dirty="0">
                <a:latin typeface="Amiri Quran" panose="00000500000000000000" pitchFamily="2" charset="-78"/>
                <a:cs typeface="Amiri Quran" panose="00000500000000000000" pitchFamily="2" charset="-78"/>
              </a:rPr>
              <a:t> </a:t>
            </a:r>
            <a:endParaRPr lang="en-US" sz="2800" dirty="0">
              <a:latin typeface="Times Beyrut Roman" panose="02020603050405020304" pitchFamily="18" charset="0"/>
              <a:cs typeface="Amiri Quran" panose="00000500000000000000" pitchFamily="2" charset="-78"/>
            </a:endParaRPr>
          </a:p>
          <a:p>
            <a:pPr algn="l"/>
            <a:r>
              <a:rPr lang="en-US" sz="2000" dirty="0">
                <a:latin typeface="Times Beyrut Roman" panose="02020603050405020304" pitchFamily="18" charset="0"/>
                <a:cs typeface="Amiri Quran" panose="00000500000000000000" pitchFamily="2" charset="-78"/>
              </a:rPr>
              <a:t>ahussein@univ.haifa.ac.il</a:t>
            </a:r>
            <a:endParaRPr lang="en-US" sz="2800" dirty="0">
              <a:latin typeface="Times Beyrut Roman" panose="02020603050405020304" pitchFamily="18" charset="0"/>
              <a:cs typeface="Amiri Quran" panose="00000500000000000000" pitchFamily="2" charset="-78"/>
            </a:endParaRPr>
          </a:p>
        </p:txBody>
      </p:sp>
      <p:pic>
        <p:nvPicPr>
          <p:cNvPr id="4" name="Picture Placeholder 3" descr="Open book on table, blurred shelves of books in background"/>
          <p:cNvPicPr>
            <a:picLocks noGrp="1" noChangeAspect="1"/>
          </p:cNvPicPr>
          <p:nvPr>
            <p:ph type="pic" sz="quarter" idx="13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90" r="8890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6521339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57519B3-55FD-49C7-BD9B-DA7D23B055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ar-AE" b="1" dirty="0">
                <a:latin typeface="Amiri Quran" panose="00000500000000000000" pitchFamily="2" charset="-78"/>
                <a:cs typeface="Amiri Quran" panose="00000500000000000000" pitchFamily="2" charset="-78"/>
              </a:rPr>
              <a:t>عدد العناصر البلاغيّة</a:t>
            </a:r>
            <a:endParaRPr lang="en-IL" b="1" dirty="0">
              <a:latin typeface="Amiri Quran" panose="00000500000000000000" pitchFamily="2" charset="-78"/>
              <a:cs typeface="Amiri Quran" panose="00000500000000000000" pitchFamily="2" charset="-78"/>
            </a:endParaRPr>
          </a:p>
        </p:txBody>
      </p:sp>
      <p:pic>
        <p:nvPicPr>
          <p:cNvPr id="2076" name="Picture 28" descr="‫تحميل كتاب البديع - كتب PDF‬‎">
            <a:extLst>
              <a:ext uri="{FF2B5EF4-FFF2-40B4-BE49-F238E27FC236}">
                <a16:creationId xmlns:a16="http://schemas.microsoft.com/office/drawing/2014/main" id="{64C7E1C9-F204-4392-AC88-79AA39086C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80718" y="1386783"/>
            <a:ext cx="3773232" cy="5282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78" name="Picture 30" descr="‫0963 كتاب اقرا اونلاين Pdf البديعية وشرحها الفتح المبين في مدح الأمين عائشة  الباعونية : Free Download, Borrow, and Streaming : Internet Archive‬‎">
            <a:extLst>
              <a:ext uri="{FF2B5EF4-FFF2-40B4-BE49-F238E27FC236}">
                <a16:creationId xmlns:a16="http://schemas.microsoft.com/office/drawing/2014/main" id="{EC3C3493-F15E-4DE2-B1D7-23D32C434D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051" y="1331033"/>
            <a:ext cx="3710994" cy="5338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80" name="Picture 32" descr="‪Number 180 vector font alphabet. Yellow 180 number with black background  13888437 Vector Art at Vecteezy‬‏">
            <a:extLst>
              <a:ext uri="{FF2B5EF4-FFF2-40B4-BE49-F238E27FC236}">
                <a16:creationId xmlns:a16="http://schemas.microsoft.com/office/drawing/2014/main" id="{C83E0269-881D-4534-A2CD-2DC5C5A086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2140" y="2848415"/>
            <a:ext cx="2619375" cy="1743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313296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08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0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0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ar-AE" b="1" dirty="0">
                <a:latin typeface="Amiri Quran" panose="00000500000000000000" pitchFamily="2" charset="-78"/>
                <a:cs typeface="Amiri Quran" panose="00000500000000000000" pitchFamily="2" charset="-78"/>
              </a:rPr>
              <a:t>ثلاثة فروع لعناصر البلاغة العربيّة</a:t>
            </a:r>
            <a:endParaRPr lang="en-US" dirty="0"/>
          </a:p>
        </p:txBody>
      </p:sp>
      <p:graphicFrame>
        <p:nvGraphicFramePr>
          <p:cNvPr id="4" name="Content Placeholder 3" descr="Stacked List showing 4 groups arranged from left to right with task descriptions under each group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10239713"/>
              </p:ext>
            </p:extLst>
          </p:nvPr>
        </p:nvGraphicFramePr>
        <p:xfrm>
          <a:off x="1104900" y="1600200"/>
          <a:ext cx="9982200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40327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ar-AE" b="1" dirty="0">
                <a:latin typeface="Amiri Quran" panose="00000500000000000000" pitchFamily="2" charset="-78"/>
                <a:cs typeface="Amiri Quran" panose="00000500000000000000" pitchFamily="2" charset="-78"/>
              </a:rPr>
              <a:t>علم المعاني</a:t>
            </a:r>
            <a:endParaRPr lang="en-US" dirty="0"/>
          </a:p>
        </p:txBody>
      </p:sp>
      <p:graphicFrame>
        <p:nvGraphicFramePr>
          <p:cNvPr id="4" name="Content Placeholder 3" descr="Stacked List showing 4 groups arranged from left to right with task descriptions under each group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74187657"/>
              </p:ext>
            </p:extLst>
          </p:nvPr>
        </p:nvGraphicFramePr>
        <p:xfrm>
          <a:off x="1104900" y="1600200"/>
          <a:ext cx="9982200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565620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ar-AE" b="1" dirty="0">
                <a:latin typeface="Amiri Quran" panose="00000500000000000000" pitchFamily="2" charset="-78"/>
                <a:cs typeface="Amiri Quran" panose="00000500000000000000" pitchFamily="2" charset="-78"/>
              </a:rPr>
              <a:t>علم البيان</a:t>
            </a:r>
            <a:endParaRPr lang="en-US" dirty="0"/>
          </a:p>
        </p:txBody>
      </p:sp>
      <p:graphicFrame>
        <p:nvGraphicFramePr>
          <p:cNvPr id="4" name="Content Placeholder 3" descr="Stacked List showing 4 groups arranged from left to right with task descriptions under each group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89807432"/>
              </p:ext>
            </p:extLst>
          </p:nvPr>
        </p:nvGraphicFramePr>
        <p:xfrm>
          <a:off x="1104900" y="1600200"/>
          <a:ext cx="9982200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74989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ar-AE" b="1" dirty="0">
                <a:latin typeface="Amiri Quran" panose="00000500000000000000" pitchFamily="2" charset="-78"/>
                <a:cs typeface="Amiri Quran" panose="00000500000000000000" pitchFamily="2" charset="-78"/>
              </a:rPr>
              <a:t>علم البديع</a:t>
            </a:r>
            <a:endParaRPr lang="en-US" dirty="0"/>
          </a:p>
        </p:txBody>
      </p:sp>
      <p:graphicFrame>
        <p:nvGraphicFramePr>
          <p:cNvPr id="4" name="Content Placeholder 3" descr="Stacked List showing 4 groups arranged from left to right with task descriptions under each group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18541433"/>
              </p:ext>
            </p:extLst>
          </p:nvPr>
        </p:nvGraphicFramePr>
        <p:xfrm>
          <a:off x="1104900" y="1600200"/>
          <a:ext cx="9982200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273880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ar-AE" dirty="0">
                <a:latin typeface="Amiri Quran" panose="00000500000000000000" pitchFamily="2" charset="-78"/>
                <a:cs typeface="Amiri Quran" panose="00000500000000000000" pitchFamily="2" charset="-78"/>
              </a:rPr>
              <a:t>علم البيان</a:t>
            </a:r>
            <a:endParaRPr lang="en-US" dirty="0">
              <a:latin typeface="Amiri Quran" panose="00000500000000000000" pitchFamily="2" charset="-78"/>
              <a:cs typeface="Amiri Quran" panose="00000500000000000000" pitchFamily="2" charset="-78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56475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ar-AE" dirty="0">
                <a:latin typeface="Amiri Quran" panose="00000500000000000000" pitchFamily="2" charset="-78"/>
                <a:cs typeface="Amiri Quran" panose="00000500000000000000" pitchFamily="2" charset="-78"/>
              </a:rPr>
              <a:t>علم البيان</a:t>
            </a:r>
            <a:endParaRPr lang="en-US" dirty="0">
              <a:latin typeface="Amiri Quran" panose="00000500000000000000" pitchFamily="2" charset="-78"/>
              <a:cs typeface="Amiri Quran" panose="00000500000000000000" pitchFamily="2" charset="-78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r" rtl="1"/>
            <a:r>
              <a:rPr lang="ar-AE" sz="6000" b="1" dirty="0">
                <a:latin typeface="Amiri Quran" panose="00000500000000000000" pitchFamily="2" charset="-78"/>
                <a:cs typeface="Amiri Quran" panose="00000500000000000000" pitchFamily="2" charset="-78"/>
              </a:rPr>
              <a:t>التشبيه</a:t>
            </a:r>
            <a:endParaRPr lang="en-US" sz="6000" b="1" dirty="0"/>
          </a:p>
        </p:txBody>
      </p:sp>
    </p:spTree>
    <p:extLst>
      <p:ext uri="{BB962C8B-B14F-4D97-AF65-F5344CB8AC3E}">
        <p14:creationId xmlns:p14="http://schemas.microsoft.com/office/powerpoint/2010/main" val="15238457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ar-AE" b="1" dirty="0">
                <a:latin typeface="Amiri Quran" panose="00000500000000000000" pitchFamily="2" charset="-78"/>
                <a:cs typeface="Amiri Quran" panose="00000500000000000000" pitchFamily="2" charset="-78"/>
              </a:rPr>
              <a:t>التشبيه</a:t>
            </a:r>
            <a:endParaRPr lang="en-US" b="1" dirty="0">
              <a:latin typeface="Amiri Quran" panose="00000500000000000000" pitchFamily="2" charset="-78"/>
              <a:cs typeface="Amiri Quran" panose="00000500000000000000" pitchFamily="2" charset="-78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ctr"/>
            <a:r>
              <a:rPr lang="ar-AE" dirty="0">
                <a:latin typeface="Amiri Quran" panose="00000500000000000000" pitchFamily="2" charset="-78"/>
                <a:cs typeface="Amiri Quran" panose="00000500000000000000" pitchFamily="2" charset="-78"/>
              </a:rPr>
              <a:t>أنت كالأسدِ في الشجاعةِ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439738" lvl="0" indent="-342900"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itchFamily="34" charset="0"/>
              <a:buChar char="•"/>
              <a:defRPr/>
            </a:pPr>
            <a:r>
              <a:rPr lang="ar-AE" b="1" dirty="0">
                <a:solidFill>
                  <a:srgbClr val="002060"/>
                </a:solidFill>
                <a:latin typeface="Amiri Quran" panose="00000500000000000000" pitchFamily="2" charset="-78"/>
                <a:cs typeface="Amiri Quran" panose="00000500000000000000" pitchFamily="2" charset="-78"/>
              </a:rPr>
              <a:t>المشبه</a:t>
            </a:r>
            <a:r>
              <a:rPr lang="ar-AE" dirty="0">
                <a:solidFill>
                  <a:srgbClr val="002060"/>
                </a:solidFill>
                <a:latin typeface="Amiri Quran" panose="00000500000000000000" pitchFamily="2" charset="-78"/>
                <a:cs typeface="Amiri Quran" panose="00000500000000000000" pitchFamily="2" charset="-78"/>
              </a:rPr>
              <a:t>: أنت</a:t>
            </a:r>
          </a:p>
          <a:p>
            <a:pPr marL="439738" lvl="0" indent="-342900"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itchFamily="34" charset="0"/>
              <a:buChar char="•"/>
              <a:defRPr/>
            </a:pPr>
            <a:r>
              <a:rPr lang="ar-AE" b="1" dirty="0">
                <a:solidFill>
                  <a:srgbClr val="002060"/>
                </a:solidFill>
                <a:latin typeface="Amiri Quran" panose="00000500000000000000" pitchFamily="2" charset="-78"/>
                <a:cs typeface="Amiri Quran" panose="00000500000000000000" pitchFamily="2" charset="-78"/>
              </a:rPr>
              <a:t>المشبه به</a:t>
            </a:r>
            <a:r>
              <a:rPr lang="ar-AE" dirty="0">
                <a:solidFill>
                  <a:srgbClr val="002060"/>
                </a:solidFill>
                <a:latin typeface="Amiri Quran" panose="00000500000000000000" pitchFamily="2" charset="-78"/>
                <a:cs typeface="Amiri Quran" panose="00000500000000000000" pitchFamily="2" charset="-78"/>
              </a:rPr>
              <a:t>: الأسد</a:t>
            </a:r>
          </a:p>
          <a:p>
            <a:pPr marL="439738" lvl="0" indent="-342900"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itchFamily="34" charset="0"/>
              <a:buChar char="•"/>
              <a:defRPr/>
            </a:pPr>
            <a:r>
              <a:rPr lang="ar-AE" b="1" dirty="0">
                <a:solidFill>
                  <a:srgbClr val="002060"/>
                </a:solidFill>
                <a:latin typeface="Amiri Quran" panose="00000500000000000000" pitchFamily="2" charset="-78"/>
                <a:cs typeface="Amiri Quran" panose="00000500000000000000" pitchFamily="2" charset="-78"/>
              </a:rPr>
              <a:t>وجه الشبه</a:t>
            </a:r>
            <a:r>
              <a:rPr lang="ar-AE" dirty="0">
                <a:solidFill>
                  <a:srgbClr val="002060"/>
                </a:solidFill>
                <a:latin typeface="Amiri Quran" panose="00000500000000000000" pitchFamily="2" charset="-78"/>
                <a:cs typeface="Amiri Quran" panose="00000500000000000000" pitchFamily="2" charset="-78"/>
              </a:rPr>
              <a:t>: الشجاعة</a:t>
            </a:r>
          </a:p>
          <a:p>
            <a:pPr marL="439738" lvl="0" indent="-342900"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itchFamily="34" charset="0"/>
              <a:buChar char="•"/>
              <a:defRPr/>
            </a:pPr>
            <a:r>
              <a:rPr lang="ar-AE" b="1" dirty="0">
                <a:solidFill>
                  <a:srgbClr val="002060"/>
                </a:solidFill>
                <a:latin typeface="Amiri Quran" panose="00000500000000000000" pitchFamily="2" charset="-78"/>
                <a:cs typeface="Amiri Quran" panose="00000500000000000000" pitchFamily="2" charset="-78"/>
              </a:rPr>
              <a:t>أداة التشبيه</a:t>
            </a:r>
            <a:r>
              <a:rPr lang="ar-AE" dirty="0">
                <a:solidFill>
                  <a:srgbClr val="002060"/>
                </a:solidFill>
                <a:latin typeface="Amiri Quran" panose="00000500000000000000" pitchFamily="2" charset="-78"/>
                <a:cs typeface="Amiri Quran" panose="00000500000000000000" pitchFamily="2" charset="-78"/>
              </a:rPr>
              <a:t>: الكاف</a:t>
            </a:r>
            <a:endParaRPr lang="en-US" dirty="0">
              <a:latin typeface="Amiri Quran" panose="00000500000000000000" pitchFamily="2" charset="-78"/>
              <a:cs typeface="Amiri Quran" panose="000005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2244958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ar-AE" dirty="0">
                <a:latin typeface="Amiri Quran" panose="00000500000000000000" pitchFamily="2" charset="-78"/>
                <a:cs typeface="Amiri Quran" panose="00000500000000000000" pitchFamily="2" charset="-78"/>
              </a:rPr>
              <a:t>أنواع التشبيه المتعلقة بالأركان</a:t>
            </a:r>
            <a:endParaRPr lang="en-US" dirty="0">
              <a:latin typeface="Amiri Quran" panose="00000500000000000000" pitchFamily="2" charset="-78"/>
              <a:cs typeface="Amiri Quran" panose="00000500000000000000" pitchFamily="2" charset="-78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29412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ar-AE" b="1" dirty="0">
                <a:latin typeface="Amiri Quran" panose="00000500000000000000" pitchFamily="2" charset="-78"/>
                <a:cs typeface="Amiri Quran" panose="00000500000000000000" pitchFamily="2" charset="-78"/>
              </a:rPr>
              <a:t>التشبيه التامّ</a:t>
            </a:r>
            <a:endParaRPr lang="en-US" b="1" dirty="0">
              <a:latin typeface="Amiri Quran" panose="00000500000000000000" pitchFamily="2" charset="-78"/>
              <a:cs typeface="Amiri Quran" panose="00000500000000000000" pitchFamily="2" charset="-78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297354" y="1386681"/>
            <a:ext cx="4919472" cy="823912"/>
          </a:xfrm>
        </p:spPr>
        <p:txBody>
          <a:bodyPr/>
          <a:lstStyle/>
          <a:p>
            <a:pPr algn="ctr"/>
            <a:r>
              <a:rPr lang="ar-AE" dirty="0">
                <a:latin typeface="Amiri Quran" panose="00000500000000000000" pitchFamily="2" charset="-78"/>
                <a:cs typeface="Amiri Quran" panose="00000500000000000000" pitchFamily="2" charset="-78"/>
              </a:rPr>
              <a:t>أنت كالأسدِ في الشجاعةِ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B61D76-C100-4F41-80EF-46895589EA8B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endParaRPr lang="en-IL"/>
          </a:p>
        </p:txBody>
      </p:sp>
      <p:pic>
        <p:nvPicPr>
          <p:cNvPr id="1028" name="Picture 4" descr="تعبير قصير عن وصف الأسد">
            <a:extLst>
              <a:ext uri="{FF2B5EF4-FFF2-40B4-BE49-F238E27FC236}">
                <a16:creationId xmlns:a16="http://schemas.microsoft.com/office/drawing/2014/main" id="{6A9F4043-A699-4EF4-8159-1C62CF2ADD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4356" y="2813121"/>
            <a:ext cx="4152734" cy="31116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02D7BA4-1CF4-4566-BA38-AB304621B4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0572" y="2494491"/>
            <a:ext cx="4239222" cy="3891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20054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ar-AE" b="1" dirty="0">
                <a:latin typeface="Amiri Quran" panose="00000500000000000000" pitchFamily="2" charset="-78"/>
                <a:cs typeface="Amiri Quran" panose="00000500000000000000" pitchFamily="2" charset="-78"/>
              </a:rPr>
              <a:t>التشبيه المُرْسَل</a:t>
            </a:r>
            <a:endParaRPr lang="en-US" b="1" dirty="0">
              <a:latin typeface="Amiri Quran" panose="00000500000000000000" pitchFamily="2" charset="-78"/>
              <a:cs typeface="Amiri Quran" panose="00000500000000000000" pitchFamily="2" charset="-78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80482" y="2907910"/>
            <a:ext cx="4919472" cy="823912"/>
          </a:xfrm>
        </p:spPr>
        <p:txBody>
          <a:bodyPr>
            <a:normAutofit/>
          </a:bodyPr>
          <a:lstStyle/>
          <a:p>
            <a:pPr algn="ctr" rtl="1"/>
            <a:r>
              <a:rPr lang="ar-AE" sz="4800" dirty="0">
                <a:latin typeface="Amiri Quran" panose="00000500000000000000" pitchFamily="2" charset="-78"/>
                <a:cs typeface="Amiri Quran" panose="00000500000000000000" pitchFamily="2" charset="-78"/>
              </a:rPr>
              <a:t>أنت </a:t>
            </a:r>
            <a:r>
              <a:rPr lang="ar-AE" sz="4800" dirty="0">
                <a:solidFill>
                  <a:srgbClr val="FF0000"/>
                </a:solidFill>
                <a:latin typeface="Amiri Quran" panose="00000500000000000000" pitchFamily="2" charset="-78"/>
                <a:cs typeface="Amiri Quran" panose="00000500000000000000" pitchFamily="2" charset="-78"/>
              </a:rPr>
              <a:t>ك</a:t>
            </a:r>
            <a:r>
              <a:rPr lang="ar-AE" sz="4800" dirty="0">
                <a:latin typeface="Amiri Quran" panose="00000500000000000000" pitchFamily="2" charset="-78"/>
                <a:cs typeface="Amiri Quran" panose="00000500000000000000" pitchFamily="2" charset="-78"/>
              </a:rPr>
              <a:t>الأسدِ في الشجاعةِ</a:t>
            </a:r>
            <a:endParaRPr lang="en-US" sz="4800" dirty="0"/>
          </a:p>
        </p:txBody>
      </p:sp>
    </p:spTree>
    <p:extLst>
      <p:ext uri="{BB962C8B-B14F-4D97-AF65-F5344CB8AC3E}">
        <p14:creationId xmlns:p14="http://schemas.microsoft.com/office/powerpoint/2010/main" val="20014700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ar-AE" b="1" dirty="0">
                <a:latin typeface="Amiri Quran" panose="00000500000000000000" pitchFamily="2" charset="-78"/>
                <a:cs typeface="Amiri Quran" panose="00000500000000000000" pitchFamily="2" charset="-78"/>
              </a:rPr>
              <a:t>التشبيه المُؤكّد</a:t>
            </a:r>
            <a:endParaRPr lang="en-US" b="1" dirty="0">
              <a:latin typeface="Amiri Quran" panose="00000500000000000000" pitchFamily="2" charset="-78"/>
              <a:cs typeface="Amiri Quran" panose="00000500000000000000" pitchFamily="2" charset="-78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80482" y="2907910"/>
            <a:ext cx="4919472" cy="823912"/>
          </a:xfrm>
        </p:spPr>
        <p:txBody>
          <a:bodyPr>
            <a:normAutofit/>
          </a:bodyPr>
          <a:lstStyle/>
          <a:p>
            <a:pPr algn="ctr" rtl="1"/>
            <a:r>
              <a:rPr lang="ar-AE" sz="4800" dirty="0">
                <a:solidFill>
                  <a:srgbClr val="FF0000"/>
                </a:solidFill>
                <a:latin typeface="Amiri Quran" panose="00000500000000000000" pitchFamily="2" charset="-78"/>
                <a:cs typeface="Amiri Quran" panose="00000500000000000000" pitchFamily="2" charset="-78"/>
              </a:rPr>
              <a:t>أنت</a:t>
            </a:r>
            <a:r>
              <a:rPr lang="ar-AE" sz="4800" dirty="0">
                <a:latin typeface="Amiri Quran" panose="00000500000000000000" pitchFamily="2" charset="-78"/>
                <a:cs typeface="Amiri Quran" panose="00000500000000000000" pitchFamily="2" charset="-78"/>
              </a:rPr>
              <a:t> </a:t>
            </a:r>
            <a:r>
              <a:rPr lang="ar-AE" sz="4800" dirty="0">
                <a:solidFill>
                  <a:srgbClr val="FF0000"/>
                </a:solidFill>
                <a:latin typeface="Amiri Quran" panose="00000500000000000000" pitchFamily="2" charset="-78"/>
                <a:cs typeface="Amiri Quran" panose="00000500000000000000" pitchFamily="2" charset="-78"/>
              </a:rPr>
              <a:t>أسدٌ</a:t>
            </a:r>
            <a:r>
              <a:rPr lang="ar-AE" sz="4800" dirty="0">
                <a:latin typeface="Amiri Quran" panose="00000500000000000000" pitchFamily="2" charset="-78"/>
                <a:cs typeface="Amiri Quran" panose="00000500000000000000" pitchFamily="2" charset="-78"/>
              </a:rPr>
              <a:t> في الشجاعةِ</a:t>
            </a:r>
            <a:endParaRPr lang="en-US" sz="4800" dirty="0"/>
          </a:p>
        </p:txBody>
      </p:sp>
    </p:spTree>
    <p:extLst>
      <p:ext uri="{BB962C8B-B14F-4D97-AF65-F5344CB8AC3E}">
        <p14:creationId xmlns:p14="http://schemas.microsoft.com/office/powerpoint/2010/main" val="3001659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ar-AE" b="1" dirty="0">
                <a:latin typeface="Amiri Quran" panose="00000500000000000000" pitchFamily="2" charset="-78"/>
                <a:cs typeface="Amiri Quran" panose="00000500000000000000" pitchFamily="2" charset="-78"/>
              </a:rPr>
              <a:t>التشبيه المُفصَّل</a:t>
            </a:r>
            <a:endParaRPr lang="en-US" b="1" dirty="0">
              <a:latin typeface="Amiri Quran" panose="00000500000000000000" pitchFamily="2" charset="-78"/>
              <a:cs typeface="Amiri Quran" panose="00000500000000000000" pitchFamily="2" charset="-78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80482" y="2907910"/>
            <a:ext cx="4919472" cy="823912"/>
          </a:xfrm>
        </p:spPr>
        <p:txBody>
          <a:bodyPr>
            <a:normAutofit/>
          </a:bodyPr>
          <a:lstStyle/>
          <a:p>
            <a:pPr algn="ctr"/>
            <a:r>
              <a:rPr lang="ar-AE" sz="4800" dirty="0">
                <a:latin typeface="Amiri Quran" panose="00000500000000000000" pitchFamily="2" charset="-78"/>
                <a:cs typeface="Amiri Quran" panose="00000500000000000000" pitchFamily="2" charset="-78"/>
              </a:rPr>
              <a:t>أنت أسدٌ </a:t>
            </a:r>
            <a:r>
              <a:rPr lang="ar-AE" sz="4800" dirty="0">
                <a:solidFill>
                  <a:srgbClr val="FF0000"/>
                </a:solidFill>
                <a:latin typeface="Amiri Quran" panose="00000500000000000000" pitchFamily="2" charset="-78"/>
                <a:cs typeface="Amiri Quran" panose="00000500000000000000" pitchFamily="2" charset="-78"/>
              </a:rPr>
              <a:t>في الشجاعةِ</a:t>
            </a:r>
            <a:endParaRPr lang="en-US" sz="4800" dirty="0">
              <a:solidFill>
                <a:srgbClr val="FF0000"/>
              </a:solidFill>
            </a:endParaRP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177B0B15-978D-4608-AC08-5F71021A3FF9}"/>
              </a:ext>
            </a:extLst>
          </p:cNvPr>
          <p:cNvSpPr txBox="1">
            <a:spLocks/>
          </p:cNvSpPr>
          <p:nvPr/>
        </p:nvSpPr>
        <p:spPr>
          <a:xfrm>
            <a:off x="3380482" y="4140964"/>
            <a:ext cx="4919472" cy="823912"/>
          </a:xfrm>
          <a:prstGeom prst="rect">
            <a:avLst/>
          </a:prstGeom>
        </p:spPr>
        <p:txBody>
          <a:bodyPr vert="horz" lIns="0" tIns="45720" rIns="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Wingdings" panose="05000000000000000000" pitchFamily="2" charset="2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ar-AE" sz="4800" dirty="0">
                <a:latin typeface="Amiri Quran" panose="00000500000000000000" pitchFamily="2" charset="-78"/>
                <a:cs typeface="Amiri Quran" panose="00000500000000000000" pitchFamily="2" charset="-78"/>
              </a:rPr>
              <a:t>أنت كالأسدِ </a:t>
            </a:r>
            <a:r>
              <a:rPr lang="ar-AE" sz="4800" dirty="0">
                <a:solidFill>
                  <a:srgbClr val="FF0000"/>
                </a:solidFill>
                <a:latin typeface="Amiri Quran" panose="00000500000000000000" pitchFamily="2" charset="-78"/>
                <a:cs typeface="Amiri Quran" panose="00000500000000000000" pitchFamily="2" charset="-78"/>
              </a:rPr>
              <a:t>في الشجاعةِ</a:t>
            </a:r>
            <a:endParaRPr lang="en-US" sz="4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721280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ar-AE" b="1" dirty="0">
                <a:latin typeface="Amiri Quran" panose="00000500000000000000" pitchFamily="2" charset="-78"/>
                <a:cs typeface="Amiri Quran" panose="00000500000000000000" pitchFamily="2" charset="-78"/>
              </a:rPr>
              <a:t>التشبيه المُجْمَل</a:t>
            </a:r>
            <a:endParaRPr lang="en-US" b="1" dirty="0">
              <a:latin typeface="Amiri Quran" panose="00000500000000000000" pitchFamily="2" charset="-78"/>
              <a:cs typeface="Amiri Quran" panose="00000500000000000000" pitchFamily="2" charset="-78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80482" y="2907910"/>
            <a:ext cx="4919472" cy="823912"/>
          </a:xfrm>
        </p:spPr>
        <p:txBody>
          <a:bodyPr>
            <a:normAutofit/>
          </a:bodyPr>
          <a:lstStyle/>
          <a:p>
            <a:pPr algn="ctr" rtl="1"/>
            <a:r>
              <a:rPr lang="ar-AE" sz="4800" dirty="0">
                <a:latin typeface="Amiri Quran" panose="00000500000000000000" pitchFamily="2" charset="-78"/>
                <a:cs typeface="Amiri Quran" panose="00000500000000000000" pitchFamily="2" charset="-78"/>
              </a:rPr>
              <a:t>أنت أسدٌ</a:t>
            </a:r>
            <a:endParaRPr lang="en-US" sz="4800" dirty="0">
              <a:solidFill>
                <a:srgbClr val="FF0000"/>
              </a:solidFill>
            </a:endParaRP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177B0B15-978D-4608-AC08-5F71021A3FF9}"/>
              </a:ext>
            </a:extLst>
          </p:cNvPr>
          <p:cNvSpPr txBox="1">
            <a:spLocks/>
          </p:cNvSpPr>
          <p:nvPr/>
        </p:nvSpPr>
        <p:spPr>
          <a:xfrm>
            <a:off x="3380482" y="4140964"/>
            <a:ext cx="4919472" cy="823912"/>
          </a:xfrm>
          <a:prstGeom prst="rect">
            <a:avLst/>
          </a:prstGeom>
        </p:spPr>
        <p:txBody>
          <a:bodyPr vert="horz" lIns="0" tIns="45720" rIns="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Wingdings" panose="05000000000000000000" pitchFamily="2" charset="2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1"/>
            <a:r>
              <a:rPr lang="ar-AE" sz="4800" dirty="0">
                <a:latin typeface="Amiri Quran" panose="00000500000000000000" pitchFamily="2" charset="-78"/>
                <a:cs typeface="Amiri Quran" panose="00000500000000000000" pitchFamily="2" charset="-78"/>
              </a:rPr>
              <a:t>أنت كالأسدِ</a:t>
            </a:r>
            <a:endParaRPr lang="en-US" sz="4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49018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ar-AE" b="1" dirty="0">
                <a:latin typeface="Amiri Quran" panose="00000500000000000000" pitchFamily="2" charset="-78"/>
                <a:cs typeface="Amiri Quran" panose="00000500000000000000" pitchFamily="2" charset="-78"/>
              </a:rPr>
              <a:t>أمثلة</a:t>
            </a:r>
            <a:endParaRPr lang="en-US" b="1" dirty="0">
              <a:latin typeface="Amiri Quran" panose="00000500000000000000" pitchFamily="2" charset="-78"/>
              <a:cs typeface="Amiri Quran" panose="00000500000000000000" pitchFamily="2" charset="-78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855385" y="1979792"/>
            <a:ext cx="10199717" cy="823912"/>
          </a:xfrm>
        </p:spPr>
        <p:txBody>
          <a:bodyPr>
            <a:normAutofit fontScale="77500" lnSpcReduction="20000"/>
          </a:bodyPr>
          <a:lstStyle/>
          <a:p>
            <a:pPr algn="ctr" rtl="1"/>
            <a:r>
              <a:rPr lang="ar-AE" sz="4800" dirty="0">
                <a:latin typeface="Amiri Quran" panose="00000500000000000000" pitchFamily="2" charset="-78"/>
                <a:cs typeface="Amiri Quran" panose="00000500000000000000" pitchFamily="2" charset="-78"/>
              </a:rPr>
              <a:t>إذا نِلْتُ مِنْكَ الوُدَّ فالمَالُ هَيِّنٌ		وَكُلُّ الّذي فَوْقَ التُّرَابِ تُرابُ</a:t>
            </a:r>
            <a:endParaRPr lang="en-US" sz="4800" dirty="0">
              <a:solidFill>
                <a:srgbClr val="FF0000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2B92EF5-03F5-4077-B8DF-EEFC03018E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5474" y="3196243"/>
            <a:ext cx="4125849" cy="2647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96383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ar-AE" dirty="0">
                <a:latin typeface="Amiri Quran" panose="00000500000000000000" pitchFamily="2" charset="-78"/>
                <a:cs typeface="Amiri Quran" panose="00000500000000000000" pitchFamily="2" charset="-78"/>
              </a:rPr>
              <a:t>أنواع أخرى من التشبيه</a:t>
            </a:r>
            <a:endParaRPr lang="en-US" dirty="0">
              <a:latin typeface="Amiri Quran" panose="00000500000000000000" pitchFamily="2" charset="-78"/>
              <a:cs typeface="Amiri Quran" panose="00000500000000000000" pitchFamily="2" charset="-78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08403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ar-AE" b="1" dirty="0">
                <a:latin typeface="Amiri Quran" panose="00000500000000000000" pitchFamily="2" charset="-78"/>
                <a:cs typeface="Amiri Quran" panose="00000500000000000000" pitchFamily="2" charset="-78"/>
              </a:rPr>
              <a:t>ما الذي يميّز هذا التشبيه؟</a:t>
            </a:r>
            <a:endParaRPr lang="en-US" b="1" dirty="0">
              <a:latin typeface="Amiri Quran" panose="00000500000000000000" pitchFamily="2" charset="-78"/>
              <a:cs typeface="Amiri Quran" panose="00000500000000000000" pitchFamily="2" charset="-78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778923" y="2060012"/>
            <a:ext cx="8200202" cy="483683"/>
          </a:xfrm>
        </p:spPr>
        <p:txBody>
          <a:bodyPr>
            <a:normAutofit fontScale="62500" lnSpcReduction="20000"/>
          </a:bodyPr>
          <a:lstStyle/>
          <a:p>
            <a:pPr algn="ctr" rtl="1"/>
            <a:r>
              <a:rPr lang="ar-AE" sz="4800" dirty="0">
                <a:latin typeface="Amiri Quran" panose="00000500000000000000" pitchFamily="2" charset="-78"/>
                <a:cs typeface="Amiri Quran" panose="00000500000000000000" pitchFamily="2" charset="-78"/>
              </a:rPr>
              <a:t>كأن مثار النقع فوق رؤوسنا 		وأسيافنا ليل تهاوى كواكبه</a:t>
            </a:r>
          </a:p>
          <a:p>
            <a:pPr algn="ctr" rtl="1"/>
            <a:endParaRPr lang="ar-AE" sz="4800" dirty="0">
              <a:latin typeface="Amiri Quran" panose="00000500000000000000" pitchFamily="2" charset="-78"/>
              <a:cs typeface="Amiri Quran" panose="00000500000000000000" pitchFamily="2" charset="-78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F311848-1900-4D0D-9028-D5373ED25B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198" y="2797471"/>
            <a:ext cx="5769555" cy="369476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268DF26-2C94-4BC2-ACB0-C529A23B7D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3808" y="2948158"/>
            <a:ext cx="5088460" cy="338613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AA24F76-EBED-47F9-9509-4079644D79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94520" y="2225653"/>
            <a:ext cx="4844179" cy="4556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44454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ar-AE" b="1" dirty="0">
                <a:latin typeface="Amiri Quran" panose="00000500000000000000" pitchFamily="2" charset="-78"/>
                <a:cs typeface="Amiri Quran" panose="00000500000000000000" pitchFamily="2" charset="-78"/>
              </a:rPr>
              <a:t>هل هذا تشبيه مركّب؟</a:t>
            </a:r>
            <a:endParaRPr lang="en-US" b="1" dirty="0">
              <a:latin typeface="Amiri Quran" panose="00000500000000000000" pitchFamily="2" charset="-78"/>
              <a:cs typeface="Amiri Quran" panose="00000500000000000000" pitchFamily="2" charset="-78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778923" y="2060012"/>
            <a:ext cx="8200202" cy="483683"/>
          </a:xfrm>
        </p:spPr>
        <p:txBody>
          <a:bodyPr>
            <a:normAutofit fontScale="62500" lnSpcReduction="20000"/>
          </a:bodyPr>
          <a:lstStyle/>
          <a:p>
            <a:pPr algn="ctr" rtl="1"/>
            <a:r>
              <a:rPr lang="ar-AE" sz="4800" dirty="0">
                <a:latin typeface="Amiri Quran" panose="00000500000000000000" pitchFamily="2" charset="-78"/>
                <a:cs typeface="Amiri Quran" panose="00000500000000000000" pitchFamily="2" charset="-78"/>
              </a:rPr>
              <a:t>النَّشْرُ مِسْكٌ والوُجُوهُ دَنَا 	نِيرُ وأَطْرَافُ البَنَانِ عَنَمْ</a:t>
            </a:r>
            <a:endParaRPr lang="en-US" sz="4800" dirty="0">
              <a:solidFill>
                <a:srgbClr val="FF0000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BC11ADC-E481-4BB7-8328-E14B02AF01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0203" y="2631665"/>
            <a:ext cx="3238952" cy="348663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A71B3F4-9A9E-4870-AACB-10BC745C2A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0332" y="3523856"/>
            <a:ext cx="2657846" cy="253400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A66EF80-0831-4773-A08D-C0A6B6EEA9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845" y="3624669"/>
            <a:ext cx="3485462" cy="2332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29508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ar-AE" b="1" dirty="0">
                <a:latin typeface="Amiri Quran" panose="00000500000000000000" pitchFamily="2" charset="-78"/>
                <a:cs typeface="Amiri Quran" panose="00000500000000000000" pitchFamily="2" charset="-78"/>
              </a:rPr>
              <a:t>ما الفرق بين التشبيهين التاليين؟</a:t>
            </a:r>
            <a:endParaRPr lang="en-US" b="1" dirty="0">
              <a:latin typeface="Amiri Quran" panose="00000500000000000000" pitchFamily="2" charset="-78"/>
              <a:cs typeface="Amiri Quran" panose="00000500000000000000" pitchFamily="2" charset="-78"/>
            </a:endParaRP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E3743FC2-FEF6-4ABC-ADBC-7C3BBE08F6E9}"/>
              </a:ext>
            </a:extLst>
          </p:cNvPr>
          <p:cNvSpPr txBox="1">
            <a:spLocks/>
          </p:cNvSpPr>
          <p:nvPr/>
        </p:nvSpPr>
        <p:spPr>
          <a:xfrm>
            <a:off x="7548178" y="1561249"/>
            <a:ext cx="2596369" cy="957508"/>
          </a:xfrm>
          <a:prstGeom prst="rect">
            <a:avLst/>
          </a:prstGeom>
        </p:spPr>
        <p:txBody>
          <a:bodyPr vert="horz" lIns="0" tIns="45720" rIns="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Wingdings" panose="05000000000000000000" pitchFamily="2" charset="2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1"/>
            <a:r>
              <a:rPr lang="ar-AE" sz="4800" dirty="0">
                <a:latin typeface="Amiri Quran" panose="00000500000000000000" pitchFamily="2" charset="-78"/>
                <a:cs typeface="Amiri Quran" panose="00000500000000000000" pitchFamily="2" charset="-78"/>
              </a:rPr>
              <a:t>أنت كالأسدِ</a:t>
            </a:r>
            <a:endParaRPr lang="en-US" sz="4800" dirty="0"/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90E3A34D-7841-4246-BBD4-BFBB9916CBE1}"/>
              </a:ext>
            </a:extLst>
          </p:cNvPr>
          <p:cNvSpPr txBox="1">
            <a:spLocks/>
          </p:cNvSpPr>
          <p:nvPr/>
        </p:nvSpPr>
        <p:spPr>
          <a:xfrm>
            <a:off x="1255222" y="1448341"/>
            <a:ext cx="4555375" cy="1070416"/>
          </a:xfrm>
          <a:prstGeom prst="rect">
            <a:avLst/>
          </a:prstGeom>
        </p:spPr>
        <p:txBody>
          <a:bodyPr vert="horz" lIns="0" tIns="45720" rIns="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Wingdings" panose="05000000000000000000" pitchFamily="2" charset="2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1"/>
            <a:r>
              <a:rPr lang="ar-AE" sz="4800" dirty="0">
                <a:latin typeface="Amiri Quran" panose="00000500000000000000" pitchFamily="2" charset="-78"/>
                <a:cs typeface="Amiri Quran" panose="00000500000000000000" pitchFamily="2" charset="-78"/>
              </a:rPr>
              <a:t>أنت كالأسدِ </a:t>
            </a:r>
            <a:r>
              <a:rPr lang="ar-AE" sz="4800" dirty="0">
                <a:solidFill>
                  <a:srgbClr val="FF0000"/>
                </a:solidFill>
                <a:latin typeface="Amiri Quran" panose="00000500000000000000" pitchFamily="2" charset="-78"/>
                <a:cs typeface="Amiri Quran" panose="00000500000000000000" pitchFamily="2" charset="-78"/>
              </a:rPr>
              <a:t>الذي يزأر</a:t>
            </a:r>
            <a:endParaRPr lang="en-US" sz="4800" dirty="0">
              <a:solidFill>
                <a:srgbClr val="FF0000"/>
              </a:solidFill>
            </a:endParaRPr>
          </a:p>
        </p:txBody>
      </p:sp>
      <p:pic>
        <p:nvPicPr>
          <p:cNvPr id="8194" name="Picture 2" descr="‫زئير الأسد يزأر بصوت عالٍ في الحقل | خلفيات JPG تحميل مجاني - Pikbest‬‎">
            <a:extLst>
              <a:ext uri="{FF2B5EF4-FFF2-40B4-BE49-F238E27FC236}">
                <a16:creationId xmlns:a16="http://schemas.microsoft.com/office/drawing/2014/main" id="{115F0923-4587-4F9B-B2C8-8C3058A230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5666" y="2924695"/>
            <a:ext cx="4597979" cy="2574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53A23CE-1E3F-4D58-99D9-2670315B51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6305" y="2703024"/>
            <a:ext cx="2796539" cy="2796539"/>
          </a:xfrm>
          <a:prstGeom prst="rect">
            <a:avLst/>
          </a:prstGeom>
        </p:spPr>
      </p:pic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13C6679B-D20C-445D-80AE-23FEF0D33EC8}"/>
              </a:ext>
            </a:extLst>
          </p:cNvPr>
          <p:cNvSpPr txBox="1">
            <a:spLocks/>
          </p:cNvSpPr>
          <p:nvPr/>
        </p:nvSpPr>
        <p:spPr>
          <a:xfrm>
            <a:off x="7486305" y="5619404"/>
            <a:ext cx="2796539" cy="665018"/>
          </a:xfrm>
          <a:prstGeom prst="rect">
            <a:avLst/>
          </a:prstGeom>
        </p:spPr>
        <p:txBody>
          <a:bodyPr vert="horz" lIns="0" tIns="45720" rIns="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Wingdings" panose="05000000000000000000" pitchFamily="2" charset="2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1"/>
            <a:r>
              <a:rPr lang="ar-AE" sz="3200" dirty="0">
                <a:latin typeface="Amiri Quran" panose="00000500000000000000" pitchFamily="2" charset="-78"/>
                <a:cs typeface="Amiri Quran" panose="00000500000000000000" pitchFamily="2" charset="-78"/>
              </a:rPr>
              <a:t>تشبيه قصير</a:t>
            </a:r>
            <a:endParaRPr lang="en-US" sz="3200" dirty="0"/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A49119A0-EFCA-42D6-AEDF-303F8A914795}"/>
              </a:ext>
            </a:extLst>
          </p:cNvPr>
          <p:cNvSpPr txBox="1">
            <a:spLocks/>
          </p:cNvSpPr>
          <p:nvPr/>
        </p:nvSpPr>
        <p:spPr>
          <a:xfrm>
            <a:off x="2418312" y="5619404"/>
            <a:ext cx="2796539" cy="665018"/>
          </a:xfrm>
          <a:prstGeom prst="rect">
            <a:avLst/>
          </a:prstGeom>
        </p:spPr>
        <p:txBody>
          <a:bodyPr vert="horz" lIns="0" tIns="45720" rIns="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Wingdings" panose="05000000000000000000" pitchFamily="2" charset="2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1"/>
            <a:r>
              <a:rPr lang="ar-AE" sz="3200" dirty="0">
                <a:latin typeface="Amiri Quran" panose="00000500000000000000" pitchFamily="2" charset="-78"/>
                <a:cs typeface="Amiri Quran" panose="00000500000000000000" pitchFamily="2" charset="-78"/>
              </a:rPr>
              <a:t>تشبيه مُطَوَّل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588307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3" grpId="0"/>
      <p:bldP spid="15" grpId="0"/>
      <p:bldP spid="16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ar-AE" b="1" dirty="0">
                <a:latin typeface="Amiri Quran" panose="00000500000000000000" pitchFamily="2" charset="-78"/>
                <a:cs typeface="Amiri Quran" panose="00000500000000000000" pitchFamily="2" charset="-78"/>
              </a:rPr>
              <a:t>ما الذي يميّز التشبيه التالي؟</a:t>
            </a:r>
            <a:endParaRPr lang="en-US" b="1" dirty="0">
              <a:latin typeface="Amiri Quran" panose="00000500000000000000" pitchFamily="2" charset="-78"/>
              <a:cs typeface="Amiri Quran" panose="00000500000000000000" pitchFamily="2" charset="-78"/>
            </a:endParaRP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E3743FC2-FEF6-4ABC-ADBC-7C3BBE08F6E9}"/>
              </a:ext>
            </a:extLst>
          </p:cNvPr>
          <p:cNvSpPr txBox="1">
            <a:spLocks/>
          </p:cNvSpPr>
          <p:nvPr/>
        </p:nvSpPr>
        <p:spPr>
          <a:xfrm>
            <a:off x="3366654" y="1428513"/>
            <a:ext cx="4749587" cy="957508"/>
          </a:xfrm>
          <a:prstGeom prst="rect">
            <a:avLst/>
          </a:prstGeom>
        </p:spPr>
        <p:txBody>
          <a:bodyPr vert="horz" lIns="0" tIns="45720" rIns="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Wingdings" panose="05000000000000000000" pitchFamily="2" charset="2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1"/>
            <a:r>
              <a:rPr lang="ar-AE" sz="4800" dirty="0">
                <a:latin typeface="Amiri Quran" panose="00000500000000000000" pitchFamily="2" charset="-78"/>
                <a:cs typeface="Amiri Quran" panose="00000500000000000000" pitchFamily="2" charset="-78"/>
              </a:rPr>
              <a:t>أنت كالكاتبِ على الماء</a:t>
            </a:r>
            <a:endParaRPr lang="en-US" sz="4800" dirty="0"/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13C6679B-D20C-445D-80AE-23FEF0D33EC8}"/>
              </a:ext>
            </a:extLst>
          </p:cNvPr>
          <p:cNvSpPr txBox="1">
            <a:spLocks/>
          </p:cNvSpPr>
          <p:nvPr/>
        </p:nvSpPr>
        <p:spPr>
          <a:xfrm>
            <a:off x="4260050" y="5752331"/>
            <a:ext cx="2796539" cy="665018"/>
          </a:xfrm>
          <a:prstGeom prst="rect">
            <a:avLst/>
          </a:prstGeom>
        </p:spPr>
        <p:txBody>
          <a:bodyPr vert="horz" lIns="0" tIns="45720" rIns="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Wingdings" panose="05000000000000000000" pitchFamily="2" charset="2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1"/>
            <a:r>
              <a:rPr lang="ar-AE" sz="3200" dirty="0">
                <a:latin typeface="Amiri Quran" panose="00000500000000000000" pitchFamily="2" charset="-78"/>
                <a:cs typeface="Amiri Quran" panose="00000500000000000000" pitchFamily="2" charset="-78"/>
              </a:rPr>
              <a:t>تشبيه تمثيل</a:t>
            </a:r>
            <a:endParaRPr lang="en-US" sz="3200" dirty="0"/>
          </a:p>
        </p:txBody>
      </p:sp>
      <p:pic>
        <p:nvPicPr>
          <p:cNvPr id="9218" name="Picture 2" descr="ابتكار جديد.. قلم يكتب على الماء | المعلومة">
            <a:extLst>
              <a:ext uri="{FF2B5EF4-FFF2-40B4-BE49-F238E27FC236}">
                <a16:creationId xmlns:a16="http://schemas.microsoft.com/office/drawing/2014/main" id="{04DC224E-13D9-4B3B-A75B-49C2E4DCBA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8750" y="2518948"/>
            <a:ext cx="4065394" cy="31004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865165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5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ar-AE" dirty="0">
                <a:latin typeface="Amiri Quran" panose="00000500000000000000" pitchFamily="2" charset="-78"/>
                <a:cs typeface="Amiri Quran" panose="00000500000000000000" pitchFamily="2" charset="-78"/>
              </a:rPr>
              <a:t>علم البيان</a:t>
            </a:r>
            <a:endParaRPr lang="en-US" dirty="0">
              <a:latin typeface="Amiri Quran" panose="00000500000000000000" pitchFamily="2" charset="-78"/>
              <a:cs typeface="Amiri Quran" panose="00000500000000000000" pitchFamily="2" charset="-78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r" rtl="1"/>
            <a:r>
              <a:rPr lang="ar-AE" sz="6000" b="1" dirty="0">
                <a:latin typeface="Amiri Quran" panose="00000500000000000000" pitchFamily="2" charset="-78"/>
                <a:cs typeface="Amiri Quran" panose="00000500000000000000" pitchFamily="2" charset="-78"/>
              </a:rPr>
              <a:t>الاستعارة</a:t>
            </a:r>
            <a:endParaRPr lang="en-US" sz="6000" b="1" dirty="0"/>
          </a:p>
        </p:txBody>
      </p:sp>
    </p:spTree>
    <p:extLst>
      <p:ext uri="{BB962C8B-B14F-4D97-AF65-F5344CB8AC3E}">
        <p14:creationId xmlns:p14="http://schemas.microsoft.com/office/powerpoint/2010/main" val="14205139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ar-AE" b="1" dirty="0">
                <a:latin typeface="Amiri Quran" panose="00000500000000000000" pitchFamily="2" charset="-78"/>
                <a:cs typeface="Amiri Quran" panose="00000500000000000000" pitchFamily="2" charset="-78"/>
              </a:rPr>
              <a:t>تعريف الاستعارة</a:t>
            </a:r>
            <a:endParaRPr lang="en-US" b="1" dirty="0">
              <a:latin typeface="Amiri Quran" panose="00000500000000000000" pitchFamily="2" charset="-78"/>
              <a:cs typeface="Amiri Quran" panose="00000500000000000000" pitchFamily="2" charset="-78"/>
            </a:endParaRP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C5893C4D-335C-4CF1-9229-8305954692AE}"/>
              </a:ext>
            </a:extLst>
          </p:cNvPr>
          <p:cNvSpPr txBox="1">
            <a:spLocks/>
          </p:cNvSpPr>
          <p:nvPr/>
        </p:nvSpPr>
        <p:spPr>
          <a:xfrm>
            <a:off x="1479665" y="1685939"/>
            <a:ext cx="9535048" cy="823912"/>
          </a:xfrm>
          <a:prstGeom prst="rect">
            <a:avLst/>
          </a:prstGeom>
        </p:spPr>
        <p:txBody>
          <a:bodyPr vert="horz" lIns="0" tIns="45720" rIns="0" bIns="45720" rtlCol="0" anchor="b">
            <a:normAutofit fontScale="625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Wingdings" panose="05000000000000000000" pitchFamily="2" charset="2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1"/>
            <a:r>
              <a:rPr lang="ar-AE" sz="4800" dirty="0">
                <a:latin typeface="Amiri Quran" panose="00000500000000000000" pitchFamily="2" charset="-78"/>
                <a:cs typeface="Amiri Quran" panose="00000500000000000000" pitchFamily="2" charset="-78"/>
              </a:rPr>
              <a:t>استعارة كلمة معينة (اسم أو فعل) من حقل دلاليّ معيّن لحقل دلاليّ آخر</a:t>
            </a:r>
            <a:endParaRPr lang="en-US" sz="4800" dirty="0"/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526AB44-E6CC-4FFC-BBF8-9E2F4BC3DA4C}"/>
              </a:ext>
            </a:extLst>
          </p:cNvPr>
          <p:cNvSpPr txBox="1">
            <a:spLocks/>
          </p:cNvSpPr>
          <p:nvPr/>
        </p:nvSpPr>
        <p:spPr>
          <a:xfrm rot="19500313">
            <a:off x="3672741" y="4822939"/>
            <a:ext cx="4221726" cy="1003587"/>
          </a:xfrm>
          <a:prstGeom prst="rect">
            <a:avLst/>
          </a:prstGeom>
        </p:spPr>
        <p:txBody>
          <a:bodyPr vert="horz" lIns="0" tIns="45720" rIns="0" bIns="45720" rtlCol="0"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Wingdings" panose="05000000000000000000" pitchFamily="2" charset="2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1"/>
            <a:r>
              <a:rPr lang="ar-AE" sz="3000" dirty="0">
                <a:latin typeface="Amiri Quran" panose="00000500000000000000" pitchFamily="2" charset="-78"/>
                <a:cs typeface="Amiri Quran" panose="00000500000000000000" pitchFamily="2" charset="-78"/>
              </a:rPr>
              <a:t>الاستحالة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0134976-F5C5-402C-B641-DA379039CD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5708" y="2928884"/>
            <a:ext cx="3096772" cy="1548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34526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ar-AE" b="1" dirty="0">
                <a:latin typeface="Amiri Quran" panose="00000500000000000000" pitchFamily="2" charset="-78"/>
                <a:cs typeface="Amiri Quran" panose="00000500000000000000" pitchFamily="2" charset="-78"/>
              </a:rPr>
              <a:t>مثال على الاستعارة</a:t>
            </a:r>
            <a:endParaRPr lang="en-US" b="1" dirty="0">
              <a:latin typeface="Amiri Quran" panose="00000500000000000000" pitchFamily="2" charset="-78"/>
              <a:cs typeface="Amiri Quran" panose="00000500000000000000" pitchFamily="2" charset="-78"/>
            </a:endParaRP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C5893C4D-335C-4CF1-9229-8305954692AE}"/>
              </a:ext>
            </a:extLst>
          </p:cNvPr>
          <p:cNvSpPr txBox="1">
            <a:spLocks/>
          </p:cNvSpPr>
          <p:nvPr/>
        </p:nvSpPr>
        <p:spPr>
          <a:xfrm>
            <a:off x="7556269" y="1685939"/>
            <a:ext cx="3458444" cy="823912"/>
          </a:xfrm>
          <a:prstGeom prst="rect">
            <a:avLst/>
          </a:prstGeom>
        </p:spPr>
        <p:txBody>
          <a:bodyPr vert="horz" lIns="0" tIns="45720" rIns="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Wingdings" panose="05000000000000000000" pitchFamily="2" charset="2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1"/>
            <a:r>
              <a:rPr lang="ar-AE" sz="4800" dirty="0">
                <a:latin typeface="Amiri Quran" panose="00000500000000000000" pitchFamily="2" charset="-78"/>
                <a:cs typeface="Amiri Quran" panose="00000500000000000000" pitchFamily="2" charset="-78"/>
              </a:rPr>
              <a:t>زارني الأسدُ</a:t>
            </a:r>
            <a:endParaRPr lang="en-US" sz="4800" dirty="0"/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E6547C89-25A5-4D38-9A1B-6D404307A45F}"/>
              </a:ext>
            </a:extLst>
          </p:cNvPr>
          <p:cNvSpPr txBox="1">
            <a:spLocks/>
          </p:cNvSpPr>
          <p:nvPr/>
        </p:nvSpPr>
        <p:spPr>
          <a:xfrm>
            <a:off x="2681481" y="1720416"/>
            <a:ext cx="3355571" cy="789435"/>
          </a:xfrm>
          <a:prstGeom prst="rect">
            <a:avLst/>
          </a:prstGeom>
        </p:spPr>
        <p:txBody>
          <a:bodyPr vert="horz" lIns="0" tIns="45720" rIns="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Wingdings" panose="05000000000000000000" pitchFamily="2" charset="2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1"/>
            <a:r>
              <a:rPr lang="ar-AE" sz="4800" dirty="0">
                <a:latin typeface="Amiri Quran" panose="00000500000000000000" pitchFamily="2" charset="-78"/>
                <a:cs typeface="Amiri Quran" panose="00000500000000000000" pitchFamily="2" charset="-78"/>
              </a:rPr>
              <a:t>أظفارُ المنيةِ</a:t>
            </a:r>
            <a:endParaRPr lang="en-US" sz="4800" dirty="0"/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805582-2CDB-4EE6-A479-D33BD01158CD}"/>
              </a:ext>
            </a:extLst>
          </p:cNvPr>
          <p:cNvSpPr txBox="1">
            <a:spLocks/>
          </p:cNvSpPr>
          <p:nvPr/>
        </p:nvSpPr>
        <p:spPr>
          <a:xfrm>
            <a:off x="5081022" y="3258589"/>
            <a:ext cx="3355571" cy="789435"/>
          </a:xfrm>
          <a:prstGeom prst="rect">
            <a:avLst/>
          </a:prstGeom>
        </p:spPr>
        <p:txBody>
          <a:bodyPr vert="horz" lIns="0" tIns="45720" rIns="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Wingdings" panose="05000000000000000000" pitchFamily="2" charset="2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1"/>
            <a:r>
              <a:rPr lang="ar-AE" sz="4800" dirty="0">
                <a:latin typeface="Amiri Quran" panose="00000500000000000000" pitchFamily="2" charset="-78"/>
                <a:cs typeface="Amiri Quran" panose="00000500000000000000" pitchFamily="2" charset="-78"/>
              </a:rPr>
              <a:t>أكلهُ الحسدُ</a:t>
            </a:r>
            <a:endParaRPr lang="en-US" sz="4800" dirty="0"/>
          </a:p>
        </p:txBody>
      </p:sp>
    </p:spTree>
    <p:extLst>
      <p:ext uri="{BB962C8B-B14F-4D97-AF65-F5344CB8AC3E}">
        <p14:creationId xmlns:p14="http://schemas.microsoft.com/office/powerpoint/2010/main" val="23289586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0" grpId="0"/>
      <p:bldP spid="11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ar-AE" dirty="0">
                <a:latin typeface="Amiri Quran" panose="00000500000000000000" pitchFamily="2" charset="-78"/>
                <a:cs typeface="Amiri Quran" panose="00000500000000000000" pitchFamily="2" charset="-78"/>
              </a:rPr>
              <a:t>أنواع الاستعارة</a:t>
            </a:r>
            <a:endParaRPr lang="en-US" dirty="0">
              <a:latin typeface="Amiri Quran" panose="00000500000000000000" pitchFamily="2" charset="-78"/>
              <a:cs typeface="Amiri Quran" panose="00000500000000000000" pitchFamily="2" charset="-78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82473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ar-AE" b="1" dirty="0">
                <a:latin typeface="Amiri Quran" panose="00000500000000000000" pitchFamily="2" charset="-78"/>
                <a:cs typeface="Amiri Quran" panose="00000500000000000000" pitchFamily="2" charset="-78"/>
              </a:rPr>
              <a:t>استعارة الاسم</a:t>
            </a:r>
            <a:endParaRPr lang="en-US" b="1" dirty="0">
              <a:latin typeface="Amiri Quran" panose="00000500000000000000" pitchFamily="2" charset="-78"/>
              <a:cs typeface="Amiri Quran" panose="00000500000000000000" pitchFamily="2" charset="-78"/>
            </a:endParaRP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C5893C4D-335C-4CF1-9229-8305954692AE}"/>
              </a:ext>
            </a:extLst>
          </p:cNvPr>
          <p:cNvSpPr txBox="1">
            <a:spLocks/>
          </p:cNvSpPr>
          <p:nvPr/>
        </p:nvSpPr>
        <p:spPr>
          <a:xfrm>
            <a:off x="7140633" y="4599276"/>
            <a:ext cx="3458444" cy="823912"/>
          </a:xfrm>
          <a:prstGeom prst="rect">
            <a:avLst/>
          </a:prstGeom>
        </p:spPr>
        <p:txBody>
          <a:bodyPr vert="horz" lIns="0" tIns="45720" rIns="0" bIns="45720" rtlCol="0" anchor="b">
            <a:normAutofit fontScale="925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Wingdings" panose="05000000000000000000" pitchFamily="2" charset="2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1"/>
            <a:r>
              <a:rPr lang="ar-AE" sz="4800" dirty="0">
                <a:latin typeface="Amiri Quran" panose="00000500000000000000" pitchFamily="2" charset="-78"/>
                <a:cs typeface="Amiri Quran" panose="00000500000000000000" pitchFamily="2" charset="-78"/>
              </a:rPr>
              <a:t>استعارة كلمة </a:t>
            </a:r>
            <a:r>
              <a:rPr lang="ar-AE" sz="4800" dirty="0">
                <a:solidFill>
                  <a:srgbClr val="FF0000"/>
                </a:solidFill>
                <a:latin typeface="Amiri Quran" panose="00000500000000000000" pitchFamily="2" charset="-78"/>
                <a:cs typeface="Amiri Quran" panose="00000500000000000000" pitchFamily="2" charset="-78"/>
              </a:rPr>
              <a:t>ل</a:t>
            </a:r>
            <a:r>
              <a:rPr lang="ar-AE" sz="4800" dirty="0">
                <a:latin typeface="Amiri Quran" panose="00000500000000000000" pitchFamily="2" charset="-78"/>
                <a:cs typeface="Amiri Quran" panose="00000500000000000000" pitchFamily="2" charset="-78"/>
              </a:rPr>
              <a:t>كلمة</a:t>
            </a:r>
            <a:endParaRPr lang="en-US" sz="4800" dirty="0"/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F3B3C54F-FEF4-4E16-85A0-B2C14577C8AF}"/>
              </a:ext>
            </a:extLst>
          </p:cNvPr>
          <p:cNvSpPr txBox="1">
            <a:spLocks/>
          </p:cNvSpPr>
          <p:nvPr/>
        </p:nvSpPr>
        <p:spPr>
          <a:xfrm>
            <a:off x="4862945" y="2095674"/>
            <a:ext cx="5547710" cy="1333326"/>
          </a:xfrm>
          <a:prstGeom prst="rect">
            <a:avLst/>
          </a:prstGeom>
        </p:spPr>
        <p:txBody>
          <a:bodyPr vert="horz" lIns="0" tIns="45720" rIns="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Wingdings" panose="05000000000000000000" pitchFamily="2" charset="2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1"/>
            <a:r>
              <a:rPr lang="ar-AE" sz="4800" dirty="0">
                <a:solidFill>
                  <a:srgbClr val="FF0000"/>
                </a:solidFill>
                <a:latin typeface="Amiri Quran" panose="00000500000000000000" pitchFamily="2" charset="-78"/>
                <a:cs typeface="Amiri Quran" panose="00000500000000000000" pitchFamily="2" charset="-78"/>
              </a:rPr>
              <a:t>أظفار</a:t>
            </a:r>
            <a:r>
              <a:rPr lang="ar-AE" sz="4800" dirty="0">
                <a:latin typeface="Amiri Quran" panose="00000500000000000000" pitchFamily="2" charset="-78"/>
                <a:cs typeface="Amiri Quran" panose="00000500000000000000" pitchFamily="2" charset="-78"/>
              </a:rPr>
              <a:t> المنيّة</a:t>
            </a:r>
            <a:endParaRPr lang="en-US" sz="4800" dirty="0"/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FE12678B-CC5B-42C9-8AA1-B0079B291978}"/>
              </a:ext>
            </a:extLst>
          </p:cNvPr>
          <p:cNvSpPr txBox="1">
            <a:spLocks/>
          </p:cNvSpPr>
          <p:nvPr/>
        </p:nvSpPr>
        <p:spPr>
          <a:xfrm>
            <a:off x="2070677" y="4520936"/>
            <a:ext cx="3458444" cy="823912"/>
          </a:xfrm>
          <a:prstGeom prst="rect">
            <a:avLst/>
          </a:prstGeom>
        </p:spPr>
        <p:txBody>
          <a:bodyPr vert="horz" lIns="0" tIns="45720" rIns="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Wingdings" panose="05000000000000000000" pitchFamily="2" charset="2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1"/>
            <a:r>
              <a:rPr lang="ar-AE" sz="4400" dirty="0">
                <a:latin typeface="Amiri Quran" panose="00000500000000000000" pitchFamily="2" charset="-78"/>
                <a:cs typeface="Amiri Quran" panose="00000500000000000000" pitchFamily="2" charset="-78"/>
              </a:rPr>
              <a:t>استعارة </a:t>
            </a:r>
            <a:r>
              <a:rPr lang="ar-AE" sz="4400" dirty="0">
                <a:solidFill>
                  <a:srgbClr val="FF0000"/>
                </a:solidFill>
                <a:latin typeface="Amiri Quran" panose="00000500000000000000" pitchFamily="2" charset="-78"/>
                <a:cs typeface="Amiri Quran" panose="00000500000000000000" pitchFamily="2" charset="-78"/>
              </a:rPr>
              <a:t>مَكْنِيَّة</a:t>
            </a:r>
            <a:endParaRPr lang="en-US" sz="4400" dirty="0">
              <a:solidFill>
                <a:srgbClr val="FF0000"/>
              </a:solidFill>
            </a:endParaRPr>
          </a:p>
        </p:txBody>
      </p:sp>
      <p:pic>
        <p:nvPicPr>
          <p:cNvPr id="11266" name="Picture 2" descr="مخالب الطيور | عالم الحيوان... Animalsmore2">
            <a:extLst>
              <a:ext uri="{FF2B5EF4-FFF2-40B4-BE49-F238E27FC236}">
                <a16:creationId xmlns:a16="http://schemas.microsoft.com/office/drawing/2014/main" id="{9A9F0240-682F-49E5-8743-00CE90FF66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5546" y="1735250"/>
            <a:ext cx="3128706" cy="24967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230911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ar-AE" b="1" dirty="0">
                <a:latin typeface="Amiri Quran" panose="00000500000000000000" pitchFamily="2" charset="-78"/>
                <a:cs typeface="Amiri Quran" panose="00000500000000000000" pitchFamily="2" charset="-78"/>
              </a:rPr>
              <a:t>استعارة الاسم</a:t>
            </a:r>
            <a:endParaRPr lang="en-US" b="1" dirty="0">
              <a:latin typeface="Amiri Quran" panose="00000500000000000000" pitchFamily="2" charset="-78"/>
              <a:cs typeface="Amiri Quran" panose="00000500000000000000" pitchFamily="2" charset="-78"/>
            </a:endParaRP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C5893C4D-335C-4CF1-9229-8305954692AE}"/>
              </a:ext>
            </a:extLst>
          </p:cNvPr>
          <p:cNvSpPr txBox="1">
            <a:spLocks/>
          </p:cNvSpPr>
          <p:nvPr/>
        </p:nvSpPr>
        <p:spPr>
          <a:xfrm>
            <a:off x="6467303" y="4408083"/>
            <a:ext cx="4796793" cy="823912"/>
          </a:xfrm>
          <a:prstGeom prst="rect">
            <a:avLst/>
          </a:prstGeom>
        </p:spPr>
        <p:txBody>
          <a:bodyPr vert="horz" lIns="0" tIns="45720" rIns="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Wingdings" panose="05000000000000000000" pitchFamily="2" charset="2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1"/>
            <a:r>
              <a:rPr lang="ar-AE" sz="4400" dirty="0">
                <a:latin typeface="Amiri Quran" panose="00000500000000000000" pitchFamily="2" charset="-78"/>
                <a:cs typeface="Amiri Quran" panose="00000500000000000000" pitchFamily="2" charset="-78"/>
              </a:rPr>
              <a:t>استعارة كلمة </a:t>
            </a:r>
            <a:r>
              <a:rPr lang="ar-AE" sz="4400" dirty="0">
                <a:solidFill>
                  <a:srgbClr val="FF0000"/>
                </a:solidFill>
                <a:latin typeface="Amiri Quran" panose="00000500000000000000" pitchFamily="2" charset="-78"/>
                <a:cs typeface="Amiri Quran" panose="00000500000000000000" pitchFamily="2" charset="-78"/>
              </a:rPr>
              <a:t>بدلًا </a:t>
            </a:r>
            <a:r>
              <a:rPr lang="ar-AE" sz="4400" dirty="0">
                <a:latin typeface="Amiri Quran" panose="00000500000000000000" pitchFamily="2" charset="-78"/>
                <a:cs typeface="Amiri Quran" panose="00000500000000000000" pitchFamily="2" charset="-78"/>
              </a:rPr>
              <a:t>من كلمة</a:t>
            </a:r>
            <a:endParaRPr lang="en-US" sz="4400" dirty="0"/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F3B3C54F-FEF4-4E16-85A0-B2C14577C8AF}"/>
              </a:ext>
            </a:extLst>
          </p:cNvPr>
          <p:cNvSpPr txBox="1">
            <a:spLocks/>
          </p:cNvSpPr>
          <p:nvPr/>
        </p:nvSpPr>
        <p:spPr>
          <a:xfrm>
            <a:off x="5332845" y="2067533"/>
            <a:ext cx="5547710" cy="1333326"/>
          </a:xfrm>
          <a:prstGeom prst="rect">
            <a:avLst/>
          </a:prstGeom>
        </p:spPr>
        <p:txBody>
          <a:bodyPr vert="horz" lIns="0" tIns="45720" rIns="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Wingdings" panose="05000000000000000000" pitchFamily="2" charset="2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1"/>
            <a:r>
              <a:rPr lang="ar-AE" sz="4800" dirty="0">
                <a:latin typeface="Amiri Quran" panose="00000500000000000000" pitchFamily="2" charset="-78"/>
                <a:cs typeface="Amiri Quran" panose="00000500000000000000" pitchFamily="2" charset="-78"/>
              </a:rPr>
              <a:t>رأيتُ</a:t>
            </a:r>
            <a:r>
              <a:rPr lang="ar-AE" sz="4800" dirty="0">
                <a:solidFill>
                  <a:srgbClr val="FF0000"/>
                </a:solidFill>
                <a:latin typeface="Amiri Quran" panose="00000500000000000000" pitchFamily="2" charset="-78"/>
                <a:cs typeface="Amiri Quran" panose="00000500000000000000" pitchFamily="2" charset="-78"/>
              </a:rPr>
              <a:t> الوردةَ</a:t>
            </a:r>
            <a:endParaRPr lang="en-US" sz="4800" dirty="0"/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FE12678B-CC5B-42C9-8AA1-B0079B291978}"/>
              </a:ext>
            </a:extLst>
          </p:cNvPr>
          <p:cNvSpPr txBox="1">
            <a:spLocks/>
          </p:cNvSpPr>
          <p:nvPr/>
        </p:nvSpPr>
        <p:spPr>
          <a:xfrm>
            <a:off x="2070677" y="4520936"/>
            <a:ext cx="3458444" cy="823912"/>
          </a:xfrm>
          <a:prstGeom prst="rect">
            <a:avLst/>
          </a:prstGeom>
        </p:spPr>
        <p:txBody>
          <a:bodyPr vert="horz" lIns="0" tIns="45720" rIns="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Wingdings" panose="05000000000000000000" pitchFamily="2" charset="2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1"/>
            <a:r>
              <a:rPr lang="ar-AE" sz="4400" dirty="0">
                <a:latin typeface="Amiri Quran" panose="00000500000000000000" pitchFamily="2" charset="-78"/>
                <a:cs typeface="Amiri Quran" panose="00000500000000000000" pitchFamily="2" charset="-78"/>
              </a:rPr>
              <a:t>استعارة </a:t>
            </a:r>
            <a:r>
              <a:rPr lang="ar-AE" sz="4400" dirty="0">
                <a:solidFill>
                  <a:srgbClr val="FF0000"/>
                </a:solidFill>
                <a:latin typeface="Amiri Quran" panose="00000500000000000000" pitchFamily="2" charset="-78"/>
                <a:cs typeface="Amiri Quran" panose="00000500000000000000" pitchFamily="2" charset="-78"/>
              </a:rPr>
              <a:t>تصريحيّة</a:t>
            </a:r>
            <a:endParaRPr lang="en-US" sz="4400" dirty="0">
              <a:solidFill>
                <a:srgbClr val="FF0000"/>
              </a:solidFill>
            </a:endParaRPr>
          </a:p>
        </p:txBody>
      </p:sp>
      <p:pic>
        <p:nvPicPr>
          <p:cNvPr id="13318" name="Picture 6" descr="زيت الورد الابيض العطري">
            <a:extLst>
              <a:ext uri="{FF2B5EF4-FFF2-40B4-BE49-F238E27FC236}">
                <a16:creationId xmlns:a16="http://schemas.microsoft.com/office/drawing/2014/main" id="{0C78282D-1197-42F3-AF23-EF32FE90F2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2265" y="1545414"/>
            <a:ext cx="2603269" cy="26032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758957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ar-AE" b="1" dirty="0">
                <a:latin typeface="Amiri Quran" panose="00000500000000000000" pitchFamily="2" charset="-78"/>
                <a:cs typeface="Amiri Quran" panose="00000500000000000000" pitchFamily="2" charset="-78"/>
              </a:rPr>
              <a:t>ما الذي يميّز الاستعارة التالية؟</a:t>
            </a:r>
            <a:endParaRPr lang="en-US" b="1" dirty="0">
              <a:latin typeface="Amiri Quran" panose="00000500000000000000" pitchFamily="2" charset="-78"/>
              <a:cs typeface="Amiri Quran" panose="00000500000000000000" pitchFamily="2" charset="-78"/>
            </a:endParaRP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C5893C4D-335C-4CF1-9229-8305954692AE}"/>
              </a:ext>
            </a:extLst>
          </p:cNvPr>
          <p:cNvSpPr txBox="1">
            <a:spLocks/>
          </p:cNvSpPr>
          <p:nvPr/>
        </p:nvSpPr>
        <p:spPr>
          <a:xfrm>
            <a:off x="3624350" y="4383145"/>
            <a:ext cx="4796793" cy="823912"/>
          </a:xfrm>
          <a:prstGeom prst="rect">
            <a:avLst/>
          </a:prstGeom>
        </p:spPr>
        <p:txBody>
          <a:bodyPr vert="horz" lIns="0" tIns="45720" rIns="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Wingdings" panose="05000000000000000000" pitchFamily="2" charset="2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1"/>
            <a:r>
              <a:rPr lang="ar-AE" sz="4400" dirty="0">
                <a:latin typeface="Amiri Quran" panose="00000500000000000000" pitchFamily="2" charset="-78"/>
                <a:cs typeface="Amiri Quran" panose="00000500000000000000" pitchFamily="2" charset="-78"/>
              </a:rPr>
              <a:t>استعارة </a:t>
            </a:r>
            <a:r>
              <a:rPr lang="ar-AE" sz="4400" dirty="0">
                <a:solidFill>
                  <a:srgbClr val="FF0000"/>
                </a:solidFill>
                <a:latin typeface="Amiri Quran" panose="00000500000000000000" pitchFamily="2" charset="-78"/>
                <a:cs typeface="Amiri Quran" panose="00000500000000000000" pitchFamily="2" charset="-78"/>
              </a:rPr>
              <a:t>فعل</a:t>
            </a:r>
            <a:endParaRPr lang="en-US" sz="4400" dirty="0"/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F3B3C54F-FEF4-4E16-85A0-B2C14577C8AF}"/>
              </a:ext>
            </a:extLst>
          </p:cNvPr>
          <p:cNvSpPr txBox="1">
            <a:spLocks/>
          </p:cNvSpPr>
          <p:nvPr/>
        </p:nvSpPr>
        <p:spPr>
          <a:xfrm>
            <a:off x="3317989" y="1926217"/>
            <a:ext cx="5547710" cy="1333326"/>
          </a:xfrm>
          <a:prstGeom prst="rect">
            <a:avLst/>
          </a:prstGeom>
        </p:spPr>
        <p:txBody>
          <a:bodyPr vert="horz" lIns="0" tIns="45720" rIns="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Wingdings" panose="05000000000000000000" pitchFamily="2" charset="2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1"/>
            <a:r>
              <a:rPr lang="ar-AE" sz="4800" dirty="0">
                <a:latin typeface="Amiri Quran" panose="00000500000000000000" pitchFamily="2" charset="-78"/>
                <a:cs typeface="Amiri Quran" panose="00000500000000000000" pitchFamily="2" charset="-78"/>
              </a:rPr>
              <a:t>هم يتساقَونَ المنايا</a:t>
            </a:r>
            <a:endParaRPr lang="en-US" sz="4800" dirty="0"/>
          </a:p>
        </p:txBody>
      </p:sp>
    </p:spTree>
    <p:extLst>
      <p:ext uri="{BB962C8B-B14F-4D97-AF65-F5344CB8AC3E}">
        <p14:creationId xmlns:p14="http://schemas.microsoft.com/office/powerpoint/2010/main" val="13610121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ar-AE" b="1" dirty="0">
                <a:latin typeface="Amiri Quran" panose="00000500000000000000" pitchFamily="2" charset="-78"/>
                <a:cs typeface="Amiri Quran" panose="00000500000000000000" pitchFamily="2" charset="-78"/>
              </a:rPr>
              <a:t>ما الذي يميّز الاستعارة التالية؟</a:t>
            </a:r>
            <a:endParaRPr lang="en-US" b="1" dirty="0">
              <a:latin typeface="Amiri Quran" panose="00000500000000000000" pitchFamily="2" charset="-78"/>
              <a:cs typeface="Amiri Quran" panose="00000500000000000000" pitchFamily="2" charset="-78"/>
            </a:endParaRP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C5893C4D-335C-4CF1-9229-8305954692AE}"/>
              </a:ext>
            </a:extLst>
          </p:cNvPr>
          <p:cNvSpPr txBox="1">
            <a:spLocks/>
          </p:cNvSpPr>
          <p:nvPr/>
        </p:nvSpPr>
        <p:spPr>
          <a:xfrm>
            <a:off x="2236126" y="3510308"/>
            <a:ext cx="2917766" cy="823912"/>
          </a:xfrm>
          <a:prstGeom prst="rect">
            <a:avLst/>
          </a:prstGeom>
        </p:spPr>
        <p:txBody>
          <a:bodyPr vert="horz" lIns="0" tIns="45720" rIns="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Wingdings" panose="05000000000000000000" pitchFamily="2" charset="2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1"/>
            <a:r>
              <a:rPr lang="ar-AE" sz="4400" dirty="0">
                <a:latin typeface="Amiri Quran" panose="00000500000000000000" pitchFamily="2" charset="-78"/>
                <a:cs typeface="Amiri Quran" panose="00000500000000000000" pitchFamily="2" charset="-78"/>
              </a:rPr>
              <a:t>استعارة </a:t>
            </a:r>
            <a:r>
              <a:rPr lang="ar-AE" sz="4400" dirty="0">
                <a:solidFill>
                  <a:srgbClr val="FF0000"/>
                </a:solidFill>
                <a:latin typeface="Amiri Quran" panose="00000500000000000000" pitchFamily="2" charset="-78"/>
                <a:cs typeface="Amiri Quran" panose="00000500000000000000" pitchFamily="2" charset="-78"/>
              </a:rPr>
              <a:t>مطوَّلة</a:t>
            </a:r>
            <a:endParaRPr lang="en-US" sz="4400" dirty="0"/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F3B3C54F-FEF4-4E16-85A0-B2C14577C8AF}"/>
              </a:ext>
            </a:extLst>
          </p:cNvPr>
          <p:cNvSpPr txBox="1">
            <a:spLocks/>
          </p:cNvSpPr>
          <p:nvPr/>
        </p:nvSpPr>
        <p:spPr>
          <a:xfrm>
            <a:off x="7514706" y="1808192"/>
            <a:ext cx="3188106" cy="1333326"/>
          </a:xfrm>
          <a:prstGeom prst="rect">
            <a:avLst/>
          </a:prstGeom>
        </p:spPr>
        <p:txBody>
          <a:bodyPr vert="horz" lIns="0" tIns="45720" rIns="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Wingdings" panose="05000000000000000000" pitchFamily="2" charset="2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1"/>
            <a:r>
              <a:rPr lang="ar-AE" sz="4800" dirty="0">
                <a:latin typeface="Amiri Quran" panose="00000500000000000000" pitchFamily="2" charset="-78"/>
                <a:cs typeface="Amiri Quran" panose="00000500000000000000" pitchFamily="2" charset="-78"/>
              </a:rPr>
              <a:t>زارني الأسدُ</a:t>
            </a:r>
            <a:endParaRPr lang="en-US" sz="48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83136FC-8A09-4DF7-B689-116CDB5FFB18}"/>
              </a:ext>
            </a:extLst>
          </p:cNvPr>
          <p:cNvSpPr txBox="1">
            <a:spLocks/>
          </p:cNvSpPr>
          <p:nvPr/>
        </p:nvSpPr>
        <p:spPr>
          <a:xfrm>
            <a:off x="1188720" y="1808192"/>
            <a:ext cx="4454412" cy="1333326"/>
          </a:xfrm>
          <a:prstGeom prst="rect">
            <a:avLst/>
          </a:prstGeom>
        </p:spPr>
        <p:txBody>
          <a:bodyPr vert="horz" lIns="0" tIns="45720" rIns="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Wingdings" panose="05000000000000000000" pitchFamily="2" charset="2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1"/>
            <a:r>
              <a:rPr lang="ar-AE" sz="4800" dirty="0">
                <a:latin typeface="Amiri Quran" panose="00000500000000000000" pitchFamily="2" charset="-78"/>
                <a:cs typeface="Amiri Quran" panose="00000500000000000000" pitchFamily="2" charset="-78"/>
              </a:rPr>
              <a:t>زارني الأسدُ </a:t>
            </a:r>
            <a:r>
              <a:rPr lang="ar-AE" sz="4800" dirty="0">
                <a:solidFill>
                  <a:srgbClr val="FF0000"/>
                </a:solidFill>
                <a:latin typeface="Amiri Quran" panose="00000500000000000000" pitchFamily="2" charset="-78"/>
                <a:cs typeface="Amiri Quran" panose="00000500000000000000" pitchFamily="2" charset="-78"/>
              </a:rPr>
              <a:t>وهو يزأر</a:t>
            </a:r>
            <a:r>
              <a:rPr lang="ar-AE" sz="4800" dirty="0">
                <a:latin typeface="Amiri Quran" panose="00000500000000000000" pitchFamily="2" charset="-78"/>
                <a:cs typeface="Amiri Quran" panose="00000500000000000000" pitchFamily="2" charset="-78"/>
              </a:rPr>
              <a:t>ُ</a:t>
            </a:r>
            <a:endParaRPr lang="en-US" sz="4800" dirty="0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201FC0DC-8DE5-4446-9A4E-99C8C2D328C2}"/>
              </a:ext>
            </a:extLst>
          </p:cNvPr>
          <p:cNvSpPr txBox="1">
            <a:spLocks/>
          </p:cNvSpPr>
          <p:nvPr/>
        </p:nvSpPr>
        <p:spPr>
          <a:xfrm>
            <a:off x="7392788" y="3510308"/>
            <a:ext cx="2917766" cy="823912"/>
          </a:xfrm>
          <a:prstGeom prst="rect">
            <a:avLst/>
          </a:prstGeom>
        </p:spPr>
        <p:txBody>
          <a:bodyPr vert="horz" lIns="0" tIns="45720" rIns="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Wingdings" panose="05000000000000000000" pitchFamily="2" charset="2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1"/>
            <a:r>
              <a:rPr lang="ar-AE" sz="4400" dirty="0">
                <a:latin typeface="Amiri Quran" panose="00000500000000000000" pitchFamily="2" charset="-78"/>
                <a:cs typeface="Amiri Quran" panose="00000500000000000000" pitchFamily="2" charset="-78"/>
              </a:rPr>
              <a:t>استعارة </a:t>
            </a:r>
            <a:r>
              <a:rPr lang="ar-AE" sz="4400" dirty="0">
                <a:solidFill>
                  <a:srgbClr val="FF0000"/>
                </a:solidFill>
                <a:latin typeface="Amiri Quran" panose="00000500000000000000" pitchFamily="2" charset="-78"/>
                <a:cs typeface="Amiri Quran" panose="00000500000000000000" pitchFamily="2" charset="-78"/>
              </a:rPr>
              <a:t>قصيرة</a:t>
            </a:r>
            <a:endParaRPr lang="en-US" sz="4400" dirty="0"/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F3378556-F3F5-4FB2-AD32-8E871A17C933}"/>
              </a:ext>
            </a:extLst>
          </p:cNvPr>
          <p:cNvSpPr txBox="1">
            <a:spLocks/>
          </p:cNvSpPr>
          <p:nvPr/>
        </p:nvSpPr>
        <p:spPr>
          <a:xfrm>
            <a:off x="2236126" y="4444104"/>
            <a:ext cx="2917766" cy="823912"/>
          </a:xfrm>
          <a:prstGeom prst="rect">
            <a:avLst/>
          </a:prstGeom>
        </p:spPr>
        <p:txBody>
          <a:bodyPr vert="horz" lIns="0" tIns="45720" rIns="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Wingdings" panose="05000000000000000000" pitchFamily="2" charset="2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1"/>
            <a:r>
              <a:rPr lang="ar-AE" sz="4400" dirty="0">
                <a:latin typeface="Amiri Quran" panose="00000500000000000000" pitchFamily="2" charset="-78"/>
                <a:cs typeface="Amiri Quran" panose="00000500000000000000" pitchFamily="2" charset="-78"/>
              </a:rPr>
              <a:t>استعارة </a:t>
            </a:r>
            <a:r>
              <a:rPr lang="ar-AE" sz="4400" dirty="0">
                <a:solidFill>
                  <a:srgbClr val="FF0000"/>
                </a:solidFill>
                <a:latin typeface="Amiri Quran" panose="00000500000000000000" pitchFamily="2" charset="-78"/>
                <a:cs typeface="Amiri Quran" panose="00000500000000000000" pitchFamily="2" charset="-78"/>
              </a:rPr>
              <a:t>مُرشَّحة</a:t>
            </a: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20001312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6" grpId="0"/>
      <p:bldP spid="9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ar-AE" b="1" dirty="0">
                <a:latin typeface="Amiri Quran" panose="00000500000000000000" pitchFamily="2" charset="-78"/>
                <a:cs typeface="Amiri Quran" panose="00000500000000000000" pitchFamily="2" charset="-78"/>
              </a:rPr>
              <a:t>ما الذي يميّز الاستعارة التالية؟</a:t>
            </a:r>
            <a:endParaRPr lang="en-US" b="1" dirty="0">
              <a:latin typeface="Amiri Quran" panose="00000500000000000000" pitchFamily="2" charset="-78"/>
              <a:cs typeface="Amiri Quran" panose="00000500000000000000" pitchFamily="2" charset="-78"/>
            </a:endParaRP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F3B3C54F-FEF4-4E16-85A0-B2C14577C8AF}"/>
              </a:ext>
            </a:extLst>
          </p:cNvPr>
          <p:cNvSpPr txBox="1">
            <a:spLocks/>
          </p:cNvSpPr>
          <p:nvPr/>
        </p:nvSpPr>
        <p:spPr>
          <a:xfrm>
            <a:off x="3369252" y="1589984"/>
            <a:ext cx="5482419" cy="1333326"/>
          </a:xfrm>
          <a:prstGeom prst="rect">
            <a:avLst/>
          </a:prstGeom>
        </p:spPr>
        <p:txBody>
          <a:bodyPr vert="horz" lIns="0" tIns="45720" rIns="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Wingdings" panose="05000000000000000000" pitchFamily="2" charset="2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1"/>
            <a:r>
              <a:rPr lang="ar-AE" sz="4800" dirty="0">
                <a:latin typeface="Amiri Quran" panose="00000500000000000000" pitchFamily="2" charset="-78"/>
                <a:cs typeface="Amiri Quran" panose="00000500000000000000" pitchFamily="2" charset="-78"/>
              </a:rPr>
              <a:t>أنتَ تكتبُ على الماء</a:t>
            </a:r>
            <a:endParaRPr lang="en-US" sz="4800" dirty="0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201FC0DC-8DE5-4446-9A4E-99C8C2D328C2}"/>
              </a:ext>
            </a:extLst>
          </p:cNvPr>
          <p:cNvSpPr txBox="1">
            <a:spLocks/>
          </p:cNvSpPr>
          <p:nvPr/>
        </p:nvSpPr>
        <p:spPr>
          <a:xfrm>
            <a:off x="4882345" y="3768002"/>
            <a:ext cx="2917766" cy="823912"/>
          </a:xfrm>
          <a:prstGeom prst="rect">
            <a:avLst/>
          </a:prstGeom>
        </p:spPr>
        <p:txBody>
          <a:bodyPr vert="horz" lIns="0" tIns="45720" rIns="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Wingdings" panose="05000000000000000000" pitchFamily="2" charset="2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1"/>
            <a:r>
              <a:rPr lang="ar-AE" sz="4400" dirty="0">
                <a:latin typeface="Amiri Quran" panose="00000500000000000000" pitchFamily="2" charset="-78"/>
                <a:cs typeface="Amiri Quran" panose="00000500000000000000" pitchFamily="2" charset="-78"/>
              </a:rPr>
              <a:t>استعارة </a:t>
            </a:r>
            <a:r>
              <a:rPr lang="ar-AE" sz="4400" dirty="0">
                <a:solidFill>
                  <a:srgbClr val="FF0000"/>
                </a:solidFill>
                <a:latin typeface="Amiri Quran" panose="00000500000000000000" pitchFamily="2" charset="-78"/>
                <a:cs typeface="Amiri Quran" panose="00000500000000000000" pitchFamily="2" charset="-78"/>
              </a:rPr>
              <a:t>تمثيليّة</a:t>
            </a: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19232377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ar-AE" b="1" dirty="0">
                <a:latin typeface="Amiri Quran" panose="00000500000000000000" pitchFamily="2" charset="-78"/>
                <a:cs typeface="Amiri Quran" panose="00000500000000000000" pitchFamily="2" charset="-78"/>
              </a:rPr>
              <a:t>تمرين</a:t>
            </a:r>
            <a:endParaRPr lang="en-US" b="1" dirty="0">
              <a:latin typeface="Amiri Quran" panose="00000500000000000000" pitchFamily="2" charset="-78"/>
              <a:cs typeface="Amiri Quran" panose="00000500000000000000" pitchFamily="2" charset="-78"/>
            </a:endParaRP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F3B3C54F-FEF4-4E16-85A0-B2C14577C8AF}"/>
              </a:ext>
            </a:extLst>
          </p:cNvPr>
          <p:cNvSpPr txBox="1">
            <a:spLocks/>
          </p:cNvSpPr>
          <p:nvPr/>
        </p:nvSpPr>
        <p:spPr>
          <a:xfrm>
            <a:off x="598516" y="1589984"/>
            <a:ext cx="10881360" cy="1333326"/>
          </a:xfrm>
          <a:prstGeom prst="rect">
            <a:avLst/>
          </a:prstGeom>
        </p:spPr>
        <p:txBody>
          <a:bodyPr vert="horz" lIns="0" tIns="45720" rIns="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Wingdings" panose="05000000000000000000" pitchFamily="2" charset="2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1"/>
            <a:r>
              <a:rPr lang="ar-AE" sz="3600" dirty="0">
                <a:latin typeface="Amiri Quran" panose="00000500000000000000" pitchFamily="2" charset="-78"/>
                <a:cs typeface="Amiri Quran" panose="00000500000000000000" pitchFamily="2" charset="-78"/>
              </a:rPr>
              <a:t>قَتَلْنا بِقَتْلانا مِنَ القَوْمِ عُصْبِةً 	 كِرامًا وَلْمْ نَأْكُلْ بِهمْ حَشَفَ النَّخْلِ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3719161-918B-4FBF-8524-C8F35458E1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4728" y="3537065"/>
            <a:ext cx="5753903" cy="2143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53001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ar-AE" b="1" dirty="0">
                <a:latin typeface="Amiri Quran" panose="00000500000000000000" pitchFamily="2" charset="-78"/>
                <a:cs typeface="Amiri Quran" panose="00000500000000000000" pitchFamily="2" charset="-78"/>
              </a:rPr>
              <a:t>تمرين</a:t>
            </a:r>
            <a:endParaRPr lang="en-US" b="1" dirty="0">
              <a:latin typeface="Amiri Quran" panose="00000500000000000000" pitchFamily="2" charset="-78"/>
              <a:cs typeface="Amiri Quran" panose="00000500000000000000" pitchFamily="2" charset="-78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5408A86-9F8B-457B-B95D-9A3975807C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8077" y="1700665"/>
            <a:ext cx="4648849" cy="4686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59313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ar-AE" b="1" dirty="0">
                <a:latin typeface="Amiri Quran" panose="00000500000000000000" pitchFamily="2" charset="-78"/>
                <a:cs typeface="Amiri Quran" panose="00000500000000000000" pitchFamily="2" charset="-78"/>
              </a:rPr>
              <a:t>تمرين</a:t>
            </a:r>
            <a:endParaRPr lang="en-US" b="1" dirty="0">
              <a:latin typeface="Amiri Quran" panose="00000500000000000000" pitchFamily="2" charset="-78"/>
              <a:cs typeface="Amiri Quran" panose="00000500000000000000" pitchFamily="2" charset="-78"/>
            </a:endParaRP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F3B3C54F-FEF4-4E16-85A0-B2C14577C8AF}"/>
              </a:ext>
            </a:extLst>
          </p:cNvPr>
          <p:cNvSpPr txBox="1">
            <a:spLocks/>
          </p:cNvSpPr>
          <p:nvPr/>
        </p:nvSpPr>
        <p:spPr>
          <a:xfrm>
            <a:off x="6159730" y="1589984"/>
            <a:ext cx="5320145" cy="1333326"/>
          </a:xfrm>
          <a:prstGeom prst="rect">
            <a:avLst/>
          </a:prstGeom>
        </p:spPr>
        <p:txBody>
          <a:bodyPr vert="horz" lIns="0" tIns="45720" rIns="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Wingdings" panose="05000000000000000000" pitchFamily="2" charset="2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1"/>
            <a:r>
              <a:rPr lang="ar-AE" sz="3600" dirty="0">
                <a:latin typeface="Amiri Quran" panose="00000500000000000000" pitchFamily="2" charset="-78"/>
                <a:cs typeface="Amiri Quran" panose="00000500000000000000" pitchFamily="2" charset="-78"/>
              </a:rPr>
              <a:t>رأيتُ طالبةَ العلمِ تُمْطِرُ أدبًا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BBED26B-A4C2-46AF-B6B5-F5186BB07EF6}"/>
              </a:ext>
            </a:extLst>
          </p:cNvPr>
          <p:cNvSpPr txBox="1">
            <a:spLocks/>
          </p:cNvSpPr>
          <p:nvPr/>
        </p:nvSpPr>
        <p:spPr>
          <a:xfrm>
            <a:off x="1537856" y="3268028"/>
            <a:ext cx="9459884" cy="1333326"/>
          </a:xfrm>
          <a:prstGeom prst="rect">
            <a:avLst/>
          </a:prstGeom>
        </p:spPr>
        <p:txBody>
          <a:bodyPr vert="horz" lIns="0" tIns="45720" rIns="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Wingdings" panose="05000000000000000000" pitchFamily="2" charset="2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1"/>
            <a:r>
              <a:rPr lang="ar-AE" sz="3600" dirty="0">
                <a:latin typeface="Amiri Quran" panose="00000500000000000000" pitchFamily="2" charset="-78"/>
                <a:cs typeface="Amiri Quran" panose="00000500000000000000" pitchFamily="2" charset="-78"/>
              </a:rPr>
              <a:t>ولمّا قلّت الاِبلُ امتطينا 		إلى ابن ابي سليمانَ </a:t>
            </a:r>
            <a:r>
              <a:rPr lang="ar-AE" sz="3600" dirty="0" err="1">
                <a:latin typeface="Amiri Quran" panose="00000500000000000000" pitchFamily="2" charset="-78"/>
                <a:cs typeface="Amiri Quran" panose="00000500000000000000" pitchFamily="2" charset="-78"/>
              </a:rPr>
              <a:t>الخُطوبَا</a:t>
            </a:r>
            <a:endParaRPr lang="ar-AE" sz="3600" dirty="0">
              <a:latin typeface="Amiri Quran" panose="00000500000000000000" pitchFamily="2" charset="-78"/>
              <a:cs typeface="Amiri Quran" panose="000005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3017961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5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ar-AE" b="1" dirty="0">
                <a:latin typeface="Amiri Quran" panose="00000500000000000000" pitchFamily="2" charset="-78"/>
                <a:cs typeface="Amiri Quran" panose="00000500000000000000" pitchFamily="2" charset="-78"/>
              </a:rPr>
              <a:t>تمرين</a:t>
            </a:r>
            <a:endParaRPr lang="en-US" b="1" dirty="0">
              <a:latin typeface="Amiri Quran" panose="00000500000000000000" pitchFamily="2" charset="-78"/>
              <a:cs typeface="Amiri Quran" panose="00000500000000000000" pitchFamily="2" charset="-78"/>
            </a:endParaRP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BCD4023-2A12-447D-8CB5-8B459CC83660}"/>
              </a:ext>
            </a:extLst>
          </p:cNvPr>
          <p:cNvSpPr txBox="1">
            <a:spLocks/>
          </p:cNvSpPr>
          <p:nvPr/>
        </p:nvSpPr>
        <p:spPr>
          <a:xfrm>
            <a:off x="862378" y="1277997"/>
            <a:ext cx="10465725" cy="1333326"/>
          </a:xfrm>
          <a:prstGeom prst="rect">
            <a:avLst/>
          </a:prstGeom>
        </p:spPr>
        <p:txBody>
          <a:bodyPr vert="horz" lIns="0" tIns="45720" rIns="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Wingdings" panose="05000000000000000000" pitchFamily="2" charset="2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1"/>
            <a:r>
              <a:rPr lang="ar-AE" sz="3600" dirty="0">
                <a:latin typeface="Amiri Quran" panose="00000500000000000000" pitchFamily="2" charset="-78"/>
                <a:cs typeface="Amiri Quran" panose="00000500000000000000" pitchFamily="2" charset="-78"/>
              </a:rPr>
              <a:t>فلم ارَ قبلي مَنْ مَشَى البَحْرُ نَحْوَهُ 	ولا رَجُلا قامَتْ تُعانِقُهُ الأُسْد</a:t>
            </a:r>
          </a:p>
        </p:txBody>
      </p:sp>
      <p:pic>
        <p:nvPicPr>
          <p:cNvPr id="14338" name="Picture 2" descr="صحيفة الأيام - معركة شعرية بين المتنبي وأبي فراس الحمداني.. انتهت ضربة  بالدواة وألفي دينار !!">
            <a:extLst>
              <a:ext uri="{FF2B5EF4-FFF2-40B4-BE49-F238E27FC236}">
                <a16:creationId xmlns:a16="http://schemas.microsoft.com/office/drawing/2014/main" id="{934B8254-99A0-4747-A082-46F5ECA744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6249" y="2838797"/>
            <a:ext cx="6286500" cy="3533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764782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ar-AE" dirty="0">
                <a:latin typeface="Amiri Quran" panose="00000500000000000000" pitchFamily="2" charset="-78"/>
                <a:cs typeface="Amiri Quran" panose="00000500000000000000" pitchFamily="2" charset="-78"/>
              </a:rPr>
              <a:t>علم البيان</a:t>
            </a:r>
            <a:endParaRPr lang="en-US" dirty="0">
              <a:latin typeface="Amiri Quran" panose="00000500000000000000" pitchFamily="2" charset="-78"/>
              <a:cs typeface="Amiri Quran" panose="00000500000000000000" pitchFamily="2" charset="-78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r" rtl="1"/>
            <a:r>
              <a:rPr lang="ar-AE" sz="6000" b="1" dirty="0">
                <a:latin typeface="Amiri Quran" panose="00000500000000000000" pitchFamily="2" charset="-78"/>
                <a:cs typeface="Amiri Quran" panose="00000500000000000000" pitchFamily="2" charset="-78"/>
              </a:rPr>
              <a:t>الكِناية</a:t>
            </a:r>
            <a:endParaRPr lang="en-US" sz="6000" b="1" dirty="0"/>
          </a:p>
        </p:txBody>
      </p:sp>
    </p:spTree>
    <p:extLst>
      <p:ext uri="{BB962C8B-B14F-4D97-AF65-F5344CB8AC3E}">
        <p14:creationId xmlns:p14="http://schemas.microsoft.com/office/powerpoint/2010/main" val="39428982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ar-AE" b="1" dirty="0">
                <a:latin typeface="Amiri Quran" panose="00000500000000000000" pitchFamily="2" charset="-78"/>
                <a:cs typeface="Amiri Quran" panose="00000500000000000000" pitchFamily="2" charset="-78"/>
              </a:rPr>
              <a:t>تعريف الكناية</a:t>
            </a:r>
            <a:endParaRPr lang="en-US" b="1" dirty="0">
              <a:latin typeface="Amiri Quran" panose="00000500000000000000" pitchFamily="2" charset="-78"/>
              <a:cs typeface="Amiri Quran" panose="00000500000000000000" pitchFamily="2" charset="-78"/>
            </a:endParaRP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C5893C4D-335C-4CF1-9229-8305954692AE}"/>
              </a:ext>
            </a:extLst>
          </p:cNvPr>
          <p:cNvSpPr txBox="1">
            <a:spLocks/>
          </p:cNvSpPr>
          <p:nvPr/>
        </p:nvSpPr>
        <p:spPr>
          <a:xfrm>
            <a:off x="1479665" y="1685939"/>
            <a:ext cx="9535048" cy="823912"/>
          </a:xfrm>
          <a:prstGeom prst="rect">
            <a:avLst/>
          </a:prstGeom>
        </p:spPr>
        <p:txBody>
          <a:bodyPr vert="horz" lIns="0" tIns="45720" rIns="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Wingdings" panose="05000000000000000000" pitchFamily="2" charset="2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1"/>
            <a:r>
              <a:rPr lang="ar-AE" sz="4800" dirty="0">
                <a:latin typeface="Amiri Quran" panose="00000500000000000000" pitchFamily="2" charset="-78"/>
                <a:cs typeface="Amiri Quran" panose="00000500000000000000" pitchFamily="2" charset="-78"/>
              </a:rPr>
              <a:t>التعبير عن شيءٍ معيّن بذكر شيء آخر متعلق به</a:t>
            </a:r>
            <a:endParaRPr lang="en-US" sz="4800" dirty="0"/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526AB44-E6CC-4FFC-BBF8-9E2F4BC3DA4C}"/>
              </a:ext>
            </a:extLst>
          </p:cNvPr>
          <p:cNvSpPr txBox="1">
            <a:spLocks/>
          </p:cNvSpPr>
          <p:nvPr/>
        </p:nvSpPr>
        <p:spPr>
          <a:xfrm rot="20342916">
            <a:off x="3604303" y="4014185"/>
            <a:ext cx="6079070" cy="1003587"/>
          </a:xfrm>
          <a:prstGeom prst="rect">
            <a:avLst/>
          </a:prstGeom>
        </p:spPr>
        <p:txBody>
          <a:bodyPr vert="horz" lIns="0" tIns="45720" rIns="0" bIns="45720" rtlCol="0"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Wingdings" panose="05000000000000000000" pitchFamily="2" charset="2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1"/>
            <a:r>
              <a:rPr lang="ar-AE" sz="4800" dirty="0">
                <a:latin typeface="Amiri Quran" panose="00000500000000000000" pitchFamily="2" charset="-78"/>
                <a:cs typeface="Amiri Quran" panose="00000500000000000000" pitchFamily="2" charset="-78"/>
              </a:rPr>
              <a:t>كلاهما يحدثان في الحقيقة</a:t>
            </a:r>
          </a:p>
        </p:txBody>
      </p:sp>
    </p:spTree>
    <p:extLst>
      <p:ext uri="{BB962C8B-B14F-4D97-AF65-F5344CB8AC3E}">
        <p14:creationId xmlns:p14="http://schemas.microsoft.com/office/powerpoint/2010/main" val="1025188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ar-AE" b="1" dirty="0">
                <a:latin typeface="Amiri Quran" panose="00000500000000000000" pitchFamily="2" charset="-78"/>
                <a:cs typeface="Amiri Quran" panose="00000500000000000000" pitchFamily="2" charset="-78"/>
              </a:rPr>
              <a:t>أنواع الكناية</a:t>
            </a:r>
            <a:endParaRPr lang="en-US" b="1" dirty="0">
              <a:latin typeface="Amiri Quran" panose="00000500000000000000" pitchFamily="2" charset="-78"/>
              <a:cs typeface="Amiri Quran" panose="00000500000000000000" pitchFamily="2" charset="-78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377440" y="1550324"/>
            <a:ext cx="7764087" cy="823912"/>
          </a:xfrm>
        </p:spPr>
        <p:txBody>
          <a:bodyPr>
            <a:noAutofit/>
          </a:bodyPr>
          <a:lstStyle/>
          <a:p>
            <a:pPr algn="ctr" rtl="1"/>
            <a:r>
              <a:rPr lang="ar-AE" sz="3200" dirty="0">
                <a:latin typeface="Amiri Quran" panose="00000500000000000000" pitchFamily="2" charset="-78"/>
                <a:cs typeface="Amiri Quran" panose="00000500000000000000" pitchFamily="2" charset="-78"/>
              </a:rPr>
              <a:t>	 طَوِيلُ النِّجَادِ رَفِيعُ العِمَادِ	 كَثيرُ الرَّمادِ إذا ما شَتَا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89FAF36-96C1-4D2D-8CD8-3BCB9566E8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1720" y="2649251"/>
            <a:ext cx="3296110" cy="3086531"/>
          </a:xfrm>
          <a:prstGeom prst="rect">
            <a:avLst/>
          </a:prstGeom>
        </p:spPr>
      </p:pic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4FBB2979-96AA-48AD-A98A-2B8179448770}"/>
              </a:ext>
            </a:extLst>
          </p:cNvPr>
          <p:cNvSpPr txBox="1">
            <a:spLocks/>
          </p:cNvSpPr>
          <p:nvPr/>
        </p:nvSpPr>
        <p:spPr>
          <a:xfrm>
            <a:off x="3696844" y="5521988"/>
            <a:ext cx="4796793" cy="823912"/>
          </a:xfrm>
          <a:prstGeom prst="rect">
            <a:avLst/>
          </a:prstGeom>
        </p:spPr>
        <p:txBody>
          <a:bodyPr vert="horz" lIns="0" tIns="45720" rIns="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Wingdings" panose="05000000000000000000" pitchFamily="2" charset="2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1"/>
            <a:r>
              <a:rPr lang="ar-AE" sz="4400" dirty="0">
                <a:latin typeface="Amiri Quran" panose="00000500000000000000" pitchFamily="2" charset="-78"/>
                <a:cs typeface="Amiri Quran" panose="00000500000000000000" pitchFamily="2" charset="-78"/>
              </a:rPr>
              <a:t>كناية </a:t>
            </a:r>
            <a:r>
              <a:rPr lang="ar-AE" sz="4400" dirty="0">
                <a:solidFill>
                  <a:srgbClr val="FF0000"/>
                </a:solidFill>
                <a:latin typeface="Amiri Quran" panose="00000500000000000000" pitchFamily="2" charset="-78"/>
                <a:cs typeface="Amiri Quran" panose="00000500000000000000" pitchFamily="2" charset="-78"/>
              </a:rPr>
              <a:t>عن صفة</a:t>
            </a:r>
            <a:endParaRPr lang="en-US" sz="44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0DDFF63-FC74-469C-9E2B-5535E3E59F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8896" y="2696142"/>
            <a:ext cx="3925603" cy="2308365"/>
          </a:xfrm>
          <a:prstGeom prst="rect">
            <a:avLst/>
          </a:prstGeom>
        </p:spPr>
      </p:pic>
      <p:pic>
        <p:nvPicPr>
          <p:cNvPr id="21508" name="Picture 4" descr="Image: Ashes Pile 01 صورة كومة رماد">
            <a:extLst>
              <a:ext uri="{FF2B5EF4-FFF2-40B4-BE49-F238E27FC236}">
                <a16:creationId xmlns:a16="http://schemas.microsoft.com/office/drawing/2014/main" id="{2DC932F1-EA46-4557-9B7E-06C18D928D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7797" y="3147667"/>
            <a:ext cx="2619375" cy="17402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051321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ar-AE" b="1" dirty="0">
                <a:latin typeface="Amiri Quran" panose="00000500000000000000" pitchFamily="2" charset="-78"/>
                <a:cs typeface="Amiri Quran" panose="00000500000000000000" pitchFamily="2" charset="-78"/>
              </a:rPr>
              <a:t>أنواع الكناية</a:t>
            </a:r>
            <a:endParaRPr lang="en-US" b="1" dirty="0">
              <a:latin typeface="Amiri Quran" panose="00000500000000000000" pitchFamily="2" charset="-78"/>
              <a:cs typeface="Amiri Quran" panose="00000500000000000000" pitchFamily="2" charset="-78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928554" y="1550324"/>
            <a:ext cx="8212974" cy="823912"/>
          </a:xfrm>
        </p:spPr>
        <p:txBody>
          <a:bodyPr>
            <a:noAutofit/>
          </a:bodyPr>
          <a:lstStyle/>
          <a:p>
            <a:pPr algn="ctr" rtl="1"/>
            <a:r>
              <a:rPr lang="ar-AE" sz="3200" dirty="0">
                <a:latin typeface="Amiri Quran" panose="00000500000000000000" pitchFamily="2" charset="-78"/>
                <a:cs typeface="Amiri Quran" panose="00000500000000000000" pitchFamily="2" charset="-78"/>
              </a:rPr>
              <a:t>الضاربينَ بكلِّ أبيضَ </a:t>
            </a:r>
            <a:r>
              <a:rPr lang="ar-AE" sz="3200" dirty="0" err="1">
                <a:latin typeface="Amiri Quran" panose="00000500000000000000" pitchFamily="2" charset="-78"/>
                <a:cs typeface="Amiri Quran" panose="00000500000000000000" pitchFamily="2" charset="-78"/>
              </a:rPr>
              <a:t>مِخْذَمٍ</a:t>
            </a:r>
            <a:r>
              <a:rPr lang="ar-AE" sz="3200" dirty="0">
                <a:latin typeface="Amiri Quran" panose="00000500000000000000" pitchFamily="2" charset="-78"/>
                <a:cs typeface="Amiri Quran" panose="00000500000000000000" pitchFamily="2" charset="-78"/>
              </a:rPr>
              <a:t> 		والطاعنينَ مجامعَ الأضغان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4FBB2979-96AA-48AD-A98A-2B8179448770}"/>
              </a:ext>
            </a:extLst>
          </p:cNvPr>
          <p:cNvSpPr txBox="1">
            <a:spLocks/>
          </p:cNvSpPr>
          <p:nvPr/>
        </p:nvSpPr>
        <p:spPr>
          <a:xfrm>
            <a:off x="3696844" y="5521988"/>
            <a:ext cx="4796793" cy="823912"/>
          </a:xfrm>
          <a:prstGeom prst="rect">
            <a:avLst/>
          </a:prstGeom>
        </p:spPr>
        <p:txBody>
          <a:bodyPr vert="horz" lIns="0" tIns="45720" rIns="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Wingdings" panose="05000000000000000000" pitchFamily="2" charset="2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1"/>
            <a:r>
              <a:rPr lang="ar-AE" sz="4400" dirty="0">
                <a:latin typeface="Amiri Quran" panose="00000500000000000000" pitchFamily="2" charset="-78"/>
                <a:cs typeface="Amiri Quran" panose="00000500000000000000" pitchFamily="2" charset="-78"/>
              </a:rPr>
              <a:t>كناية </a:t>
            </a:r>
            <a:r>
              <a:rPr lang="ar-AE" sz="4400" dirty="0">
                <a:solidFill>
                  <a:srgbClr val="FF0000"/>
                </a:solidFill>
                <a:latin typeface="Amiri Quran" panose="00000500000000000000" pitchFamily="2" charset="-78"/>
                <a:cs typeface="Amiri Quran" panose="00000500000000000000" pitchFamily="2" charset="-78"/>
              </a:rPr>
              <a:t>عن موصوف</a:t>
            </a:r>
            <a:endParaRPr lang="en-US" sz="4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24163E0-677B-4848-AD37-3718546EFD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5509" y="2497499"/>
            <a:ext cx="2907984" cy="3024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46783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ar-AE" b="1" dirty="0">
                <a:latin typeface="Amiri Quran" panose="00000500000000000000" pitchFamily="2" charset="-78"/>
                <a:cs typeface="Amiri Quran" panose="00000500000000000000" pitchFamily="2" charset="-78"/>
              </a:rPr>
              <a:t>أنواع الكناية</a:t>
            </a:r>
            <a:endParaRPr lang="en-US" b="1" dirty="0">
              <a:latin typeface="Amiri Quran" panose="00000500000000000000" pitchFamily="2" charset="-78"/>
              <a:cs typeface="Amiri Quran" panose="00000500000000000000" pitchFamily="2" charset="-78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928554" y="1550324"/>
            <a:ext cx="8212974" cy="823912"/>
          </a:xfrm>
        </p:spPr>
        <p:txBody>
          <a:bodyPr>
            <a:noAutofit/>
          </a:bodyPr>
          <a:lstStyle/>
          <a:p>
            <a:pPr algn="ctr" rtl="1"/>
            <a:r>
              <a:rPr lang="ar-AE" sz="3200" dirty="0">
                <a:latin typeface="Amiri Quran" panose="00000500000000000000" pitchFamily="2" charset="-78"/>
                <a:cs typeface="Amiri Quran" panose="00000500000000000000" pitchFamily="2" charset="-78"/>
              </a:rPr>
              <a:t>الضاربينَ بكلِّ</a:t>
            </a:r>
            <a:r>
              <a:rPr lang="ar-AE" sz="3200" dirty="0">
                <a:solidFill>
                  <a:srgbClr val="FF0000"/>
                </a:solidFill>
                <a:latin typeface="Amiri Quran" panose="00000500000000000000" pitchFamily="2" charset="-78"/>
                <a:cs typeface="Amiri Quran" panose="00000500000000000000" pitchFamily="2" charset="-78"/>
              </a:rPr>
              <a:t> أبيضَ</a:t>
            </a:r>
            <a:r>
              <a:rPr lang="ar-AE" sz="3200" dirty="0">
                <a:latin typeface="Amiri Quran" panose="00000500000000000000" pitchFamily="2" charset="-78"/>
                <a:cs typeface="Amiri Quran" panose="00000500000000000000" pitchFamily="2" charset="-78"/>
              </a:rPr>
              <a:t> </a:t>
            </a:r>
            <a:r>
              <a:rPr lang="ar-AE" sz="3200" dirty="0" err="1">
                <a:latin typeface="Amiri Quran" panose="00000500000000000000" pitchFamily="2" charset="-78"/>
                <a:cs typeface="Amiri Quran" panose="00000500000000000000" pitchFamily="2" charset="-78"/>
              </a:rPr>
              <a:t>مِخْذَمٍ</a:t>
            </a:r>
            <a:r>
              <a:rPr lang="ar-AE" sz="3200" dirty="0">
                <a:latin typeface="Amiri Quran" panose="00000500000000000000" pitchFamily="2" charset="-78"/>
                <a:cs typeface="Amiri Quran" panose="00000500000000000000" pitchFamily="2" charset="-78"/>
              </a:rPr>
              <a:t> 		والطاعنينَ مجامعَ الأضغان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4FBB2979-96AA-48AD-A98A-2B8179448770}"/>
              </a:ext>
            </a:extLst>
          </p:cNvPr>
          <p:cNvSpPr txBox="1">
            <a:spLocks/>
          </p:cNvSpPr>
          <p:nvPr/>
        </p:nvSpPr>
        <p:spPr>
          <a:xfrm>
            <a:off x="3696844" y="5521988"/>
            <a:ext cx="4796793" cy="823912"/>
          </a:xfrm>
          <a:prstGeom prst="rect">
            <a:avLst/>
          </a:prstGeom>
        </p:spPr>
        <p:txBody>
          <a:bodyPr vert="horz" lIns="0" tIns="45720" rIns="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Wingdings" panose="05000000000000000000" pitchFamily="2" charset="2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1"/>
            <a:r>
              <a:rPr lang="ar-AE" sz="4400" dirty="0">
                <a:latin typeface="Amiri Quran" panose="00000500000000000000" pitchFamily="2" charset="-78"/>
                <a:cs typeface="Amiri Quran" panose="00000500000000000000" pitchFamily="2" charset="-78"/>
              </a:rPr>
              <a:t>كناية </a:t>
            </a:r>
            <a:r>
              <a:rPr lang="ar-AE" sz="4400" dirty="0">
                <a:solidFill>
                  <a:srgbClr val="FF0000"/>
                </a:solidFill>
                <a:latin typeface="Amiri Quran" panose="00000500000000000000" pitchFamily="2" charset="-78"/>
                <a:cs typeface="Amiri Quran" panose="00000500000000000000" pitchFamily="2" charset="-78"/>
              </a:rPr>
              <a:t>عن موصوف</a:t>
            </a:r>
            <a:endParaRPr lang="en-US" sz="4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24D5C6E-B044-4248-AAB7-E9B02CB2C5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6133" y="2764146"/>
            <a:ext cx="2695951" cy="2543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63492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ar-AE" b="1" dirty="0">
                <a:latin typeface="Amiri Quran" panose="00000500000000000000" pitchFamily="2" charset="-78"/>
                <a:cs typeface="Amiri Quran" panose="00000500000000000000" pitchFamily="2" charset="-78"/>
              </a:rPr>
              <a:t>أنواع الكناية</a:t>
            </a:r>
            <a:endParaRPr lang="en-US" b="1" dirty="0">
              <a:latin typeface="Amiri Quran" panose="00000500000000000000" pitchFamily="2" charset="-78"/>
              <a:cs typeface="Amiri Quran" panose="00000500000000000000" pitchFamily="2" charset="-78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928554" y="1550324"/>
            <a:ext cx="8212974" cy="823912"/>
          </a:xfrm>
        </p:spPr>
        <p:txBody>
          <a:bodyPr>
            <a:noAutofit/>
          </a:bodyPr>
          <a:lstStyle/>
          <a:p>
            <a:pPr algn="ctr" rtl="1"/>
            <a:r>
              <a:rPr lang="ar-AE" sz="3200" dirty="0">
                <a:latin typeface="Amiri Quran" panose="00000500000000000000" pitchFamily="2" charset="-78"/>
                <a:cs typeface="Amiri Quran" panose="00000500000000000000" pitchFamily="2" charset="-78"/>
              </a:rPr>
              <a:t>لَجَدِيرُونَ بِالوَفَاءِ إذَا </a:t>
            </a:r>
            <a:r>
              <a:rPr lang="ar-AE" sz="3200" dirty="0" err="1">
                <a:latin typeface="Amiri Quran" panose="00000500000000000000" pitchFamily="2" charset="-78"/>
                <a:cs typeface="Amiri Quran" panose="00000500000000000000" pitchFamily="2" charset="-78"/>
              </a:rPr>
              <a:t>قَا</a:t>
            </a:r>
            <a:r>
              <a:rPr lang="ar-AE" sz="3200" dirty="0">
                <a:latin typeface="Amiri Quran" panose="00000500000000000000" pitchFamily="2" charset="-78"/>
                <a:cs typeface="Amiri Quran" panose="00000500000000000000" pitchFamily="2" charset="-78"/>
              </a:rPr>
              <a:t> 	 لَ أَخُو النَّجْدَةِ السِّلاَحُ </a:t>
            </a:r>
            <a:r>
              <a:rPr lang="ar-AE" sz="3200" dirty="0" err="1">
                <a:latin typeface="Amiri Quran" panose="00000500000000000000" pitchFamily="2" charset="-78"/>
                <a:cs typeface="Amiri Quran" panose="00000500000000000000" pitchFamily="2" charset="-78"/>
              </a:rPr>
              <a:t>السِّلاَحُ</a:t>
            </a:r>
            <a:endParaRPr lang="ar-AE" sz="3200" dirty="0">
              <a:latin typeface="Amiri Quran" panose="00000500000000000000" pitchFamily="2" charset="-78"/>
              <a:cs typeface="Amiri Quran" panose="00000500000000000000" pitchFamily="2" charset="-78"/>
            </a:endParaRP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4FBB2979-96AA-48AD-A98A-2B8179448770}"/>
              </a:ext>
            </a:extLst>
          </p:cNvPr>
          <p:cNvSpPr txBox="1">
            <a:spLocks/>
          </p:cNvSpPr>
          <p:nvPr/>
        </p:nvSpPr>
        <p:spPr>
          <a:xfrm>
            <a:off x="3696844" y="5521988"/>
            <a:ext cx="4796793" cy="823912"/>
          </a:xfrm>
          <a:prstGeom prst="rect">
            <a:avLst/>
          </a:prstGeom>
        </p:spPr>
        <p:txBody>
          <a:bodyPr vert="horz" lIns="0" tIns="45720" rIns="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Wingdings" panose="05000000000000000000" pitchFamily="2" charset="2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1"/>
            <a:r>
              <a:rPr lang="ar-AE" sz="4400" dirty="0">
                <a:latin typeface="Amiri Quran" panose="00000500000000000000" pitchFamily="2" charset="-78"/>
                <a:cs typeface="Amiri Quran" panose="00000500000000000000" pitchFamily="2" charset="-78"/>
              </a:rPr>
              <a:t>كناية </a:t>
            </a:r>
            <a:r>
              <a:rPr lang="ar-AE" sz="4400" dirty="0">
                <a:solidFill>
                  <a:srgbClr val="FF0000"/>
                </a:solidFill>
                <a:latin typeface="Amiri Quran" panose="00000500000000000000" pitchFamily="2" charset="-78"/>
                <a:cs typeface="Amiri Quran" panose="00000500000000000000" pitchFamily="2" charset="-78"/>
              </a:rPr>
              <a:t>عائلة</a:t>
            </a:r>
            <a:endParaRPr lang="en-US" sz="4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038483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ar-AE" b="1" dirty="0">
                <a:latin typeface="Amiri Quran" panose="00000500000000000000" pitchFamily="2" charset="-78"/>
                <a:cs typeface="Amiri Quran" panose="00000500000000000000" pitchFamily="2" charset="-78"/>
              </a:rPr>
              <a:t>أنواع الكناية</a:t>
            </a:r>
            <a:endParaRPr lang="en-US" b="1" dirty="0">
              <a:latin typeface="Amiri Quran" panose="00000500000000000000" pitchFamily="2" charset="-78"/>
              <a:cs typeface="Amiri Quran" panose="00000500000000000000" pitchFamily="2" charset="-78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388225" y="1550324"/>
            <a:ext cx="8753303" cy="823912"/>
          </a:xfrm>
        </p:spPr>
        <p:txBody>
          <a:bodyPr>
            <a:noAutofit/>
          </a:bodyPr>
          <a:lstStyle/>
          <a:p>
            <a:pPr algn="ctr" rtl="1"/>
            <a:r>
              <a:rPr lang="ar-AE" sz="3200" dirty="0">
                <a:latin typeface="Amiri Quran" panose="00000500000000000000" pitchFamily="2" charset="-78"/>
                <a:cs typeface="Amiri Quran" panose="00000500000000000000" pitchFamily="2" charset="-78"/>
              </a:rPr>
              <a:t>إِن السَّمَاحَةَ والمُروءةَ والندى 	 فِي قُبَّةٍ ضُرِبَتْ على ابْن </a:t>
            </a:r>
            <a:r>
              <a:rPr lang="ar-AE" sz="3200" dirty="0" err="1">
                <a:latin typeface="Amiri Quran" panose="00000500000000000000" pitchFamily="2" charset="-78"/>
                <a:cs typeface="Amiri Quran" panose="00000500000000000000" pitchFamily="2" charset="-78"/>
              </a:rPr>
              <a:t>الحَشْرَجِ</a:t>
            </a:r>
            <a:endParaRPr lang="ar-AE" sz="3200" dirty="0">
              <a:latin typeface="Amiri Quran" panose="00000500000000000000" pitchFamily="2" charset="-78"/>
              <a:cs typeface="Amiri Quran" panose="00000500000000000000" pitchFamily="2" charset="-78"/>
            </a:endParaRP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4FBB2979-96AA-48AD-A98A-2B8179448770}"/>
              </a:ext>
            </a:extLst>
          </p:cNvPr>
          <p:cNvSpPr txBox="1">
            <a:spLocks/>
          </p:cNvSpPr>
          <p:nvPr/>
        </p:nvSpPr>
        <p:spPr>
          <a:xfrm>
            <a:off x="3455775" y="5513675"/>
            <a:ext cx="4796793" cy="823912"/>
          </a:xfrm>
          <a:prstGeom prst="rect">
            <a:avLst/>
          </a:prstGeom>
        </p:spPr>
        <p:txBody>
          <a:bodyPr vert="horz" lIns="0" tIns="45720" rIns="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Wingdings" panose="05000000000000000000" pitchFamily="2" charset="2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1"/>
            <a:r>
              <a:rPr lang="ar-AE" sz="4400" dirty="0">
                <a:latin typeface="Amiri Quran" panose="00000500000000000000" pitchFamily="2" charset="-78"/>
                <a:cs typeface="Amiri Quran" panose="00000500000000000000" pitchFamily="2" charset="-78"/>
              </a:rPr>
              <a:t>كناية </a:t>
            </a:r>
            <a:r>
              <a:rPr lang="ar-AE" sz="4400" dirty="0">
                <a:solidFill>
                  <a:srgbClr val="FF0000"/>
                </a:solidFill>
                <a:latin typeface="Amiri Quran" panose="00000500000000000000" pitchFamily="2" charset="-78"/>
                <a:cs typeface="Amiri Quran" panose="00000500000000000000" pitchFamily="2" charset="-78"/>
              </a:rPr>
              <a:t>نِسْبَة</a:t>
            </a:r>
            <a:endParaRPr lang="en-US" sz="4400" dirty="0">
              <a:solidFill>
                <a:srgbClr val="FF0000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31DEEFF-2FE0-44CA-9BE9-25ECC5B214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5422" y="2281415"/>
            <a:ext cx="4133522" cy="2847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10162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ar-AE" b="1" dirty="0">
                <a:latin typeface="Amiri Quran" panose="00000500000000000000" pitchFamily="2" charset="-78"/>
                <a:cs typeface="Amiri Quran" panose="00000500000000000000" pitchFamily="2" charset="-78"/>
              </a:rPr>
              <a:t>ماذا نعتبر المثال التالي؟</a:t>
            </a:r>
            <a:endParaRPr lang="en-US" b="1" dirty="0">
              <a:latin typeface="Amiri Quran" panose="00000500000000000000" pitchFamily="2" charset="-78"/>
              <a:cs typeface="Amiri Quran" panose="00000500000000000000" pitchFamily="2" charset="-78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477519" y="1260393"/>
            <a:ext cx="8753303" cy="823912"/>
          </a:xfrm>
        </p:spPr>
        <p:txBody>
          <a:bodyPr>
            <a:noAutofit/>
          </a:bodyPr>
          <a:lstStyle/>
          <a:p>
            <a:pPr algn="ctr" rtl="1"/>
            <a:r>
              <a:rPr lang="ar-AE" sz="3200" dirty="0">
                <a:latin typeface="Amiri Quran" panose="00000500000000000000" pitchFamily="2" charset="-78"/>
                <a:cs typeface="Amiri Quran" panose="00000500000000000000" pitchFamily="2" charset="-78"/>
              </a:rPr>
              <a:t>هو كثير الرماد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4FBB2979-96AA-48AD-A98A-2B8179448770}"/>
              </a:ext>
            </a:extLst>
          </p:cNvPr>
          <p:cNvSpPr txBox="1">
            <a:spLocks/>
          </p:cNvSpPr>
          <p:nvPr/>
        </p:nvSpPr>
        <p:spPr>
          <a:xfrm>
            <a:off x="2759825" y="5691020"/>
            <a:ext cx="5492743" cy="823911"/>
          </a:xfrm>
          <a:prstGeom prst="rect">
            <a:avLst/>
          </a:prstGeom>
        </p:spPr>
        <p:txBody>
          <a:bodyPr vert="horz" lIns="0" tIns="45720" rIns="0" bIns="45720" rtlCol="0" anchor="b">
            <a:normAutofit fontScale="475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Wingdings" panose="05000000000000000000" pitchFamily="2" charset="2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1"/>
            <a:r>
              <a:rPr lang="ar-AE" sz="4400" dirty="0">
                <a:latin typeface="Amiri Quran" panose="00000500000000000000" pitchFamily="2" charset="-78"/>
                <a:cs typeface="Amiri Quran" panose="00000500000000000000" pitchFamily="2" charset="-78"/>
              </a:rPr>
              <a:t>استعارة مبنيّة على الكناية</a:t>
            </a:r>
          </a:p>
          <a:p>
            <a:pPr algn="ctr" rtl="1"/>
            <a:endParaRPr lang="ar-AE" sz="4400" dirty="0">
              <a:solidFill>
                <a:srgbClr val="FF0000"/>
              </a:solidFill>
              <a:latin typeface="Amiri Quran" panose="00000500000000000000" pitchFamily="2" charset="-78"/>
              <a:cs typeface="Amiri Quran" panose="00000500000000000000" pitchFamily="2" charset="-78"/>
            </a:endParaRPr>
          </a:p>
          <a:p>
            <a:pPr algn="ctr" rtl="1"/>
            <a:r>
              <a:rPr lang="ar-AE" sz="4400" dirty="0">
                <a:solidFill>
                  <a:srgbClr val="FF0000"/>
                </a:solidFill>
                <a:latin typeface="Amiri Quran" panose="00000500000000000000" pitchFamily="2" charset="-78"/>
                <a:cs typeface="Amiri Quran" panose="00000500000000000000" pitchFamily="2" charset="-78"/>
              </a:rPr>
              <a:t>استعارة تمثيليّة</a:t>
            </a:r>
            <a:endParaRPr lang="en-US" sz="4400" dirty="0">
              <a:solidFill>
                <a:srgbClr val="FF0000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72B5493-69B8-44C3-906E-BC36586712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1609" y="2337541"/>
            <a:ext cx="4879053" cy="312367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CE0A061-BA1D-462A-A94B-65358F85D2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046" y="2403797"/>
            <a:ext cx="5734192" cy="2991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31763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ar-AE" b="1" dirty="0">
                <a:latin typeface="Amiri Quran" panose="00000500000000000000" pitchFamily="2" charset="-78"/>
                <a:cs typeface="Amiri Quran" panose="00000500000000000000" pitchFamily="2" charset="-78"/>
              </a:rPr>
              <a:t>ماذا نعتبر المثال التالي؟</a:t>
            </a:r>
            <a:endParaRPr lang="en-US" b="1" dirty="0">
              <a:latin typeface="Amiri Quran" panose="00000500000000000000" pitchFamily="2" charset="-78"/>
              <a:cs typeface="Amiri Quran" panose="00000500000000000000" pitchFamily="2" charset="-78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012007" y="2605088"/>
            <a:ext cx="3102794" cy="823912"/>
          </a:xfrm>
        </p:spPr>
        <p:txBody>
          <a:bodyPr>
            <a:noAutofit/>
          </a:bodyPr>
          <a:lstStyle/>
          <a:p>
            <a:pPr algn="ctr" rtl="1"/>
            <a:r>
              <a:rPr lang="ar-AE" sz="3200" dirty="0">
                <a:latin typeface="Amiri Quran" panose="00000500000000000000" pitchFamily="2" charset="-78"/>
                <a:cs typeface="Amiri Quran" panose="00000500000000000000" pitchFamily="2" charset="-78"/>
              </a:rPr>
              <a:t>بَلْ يَدَاهُ مَبْسُوطَتَانِ [سورة المائدة 64]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4FBB2979-96AA-48AD-A98A-2B8179448770}"/>
              </a:ext>
            </a:extLst>
          </p:cNvPr>
          <p:cNvSpPr txBox="1">
            <a:spLocks/>
          </p:cNvSpPr>
          <p:nvPr/>
        </p:nvSpPr>
        <p:spPr>
          <a:xfrm>
            <a:off x="1197032" y="4106704"/>
            <a:ext cx="2917769" cy="995281"/>
          </a:xfrm>
          <a:prstGeom prst="rect">
            <a:avLst/>
          </a:prstGeom>
        </p:spPr>
        <p:txBody>
          <a:bodyPr vert="horz" lIns="0" tIns="45720" rIns="0" bIns="45720" rtlCol="0" anchor="b">
            <a:normAutofit fontScale="550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Wingdings" panose="05000000000000000000" pitchFamily="2" charset="2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1"/>
            <a:r>
              <a:rPr lang="ar-AE" sz="4400" dirty="0">
                <a:latin typeface="Amiri Quran" panose="00000500000000000000" pitchFamily="2" charset="-78"/>
                <a:cs typeface="Amiri Quran" panose="00000500000000000000" pitchFamily="2" charset="-78"/>
              </a:rPr>
              <a:t>استعارة مبنيّة على الكناية</a:t>
            </a:r>
          </a:p>
          <a:p>
            <a:pPr algn="ctr" rtl="1"/>
            <a:endParaRPr lang="ar-AE" sz="4400" dirty="0">
              <a:solidFill>
                <a:srgbClr val="FF0000"/>
              </a:solidFill>
              <a:latin typeface="Amiri Quran" panose="00000500000000000000" pitchFamily="2" charset="-78"/>
              <a:cs typeface="Amiri Quran" panose="00000500000000000000" pitchFamily="2" charset="-78"/>
            </a:endParaRPr>
          </a:p>
          <a:p>
            <a:pPr algn="ctr" rtl="1"/>
            <a:r>
              <a:rPr lang="ar-AE" sz="4400" dirty="0">
                <a:solidFill>
                  <a:srgbClr val="FF0000"/>
                </a:solidFill>
                <a:latin typeface="Amiri Quran" panose="00000500000000000000" pitchFamily="2" charset="-78"/>
                <a:cs typeface="Amiri Quran" panose="00000500000000000000" pitchFamily="2" charset="-78"/>
              </a:rPr>
              <a:t>استعارة تمثيليّة</a:t>
            </a:r>
            <a:endParaRPr lang="en-US" sz="4400" dirty="0">
              <a:solidFill>
                <a:srgbClr val="FF00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6333853-9368-4A1E-AC27-DBCD453205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6653" y="2187181"/>
            <a:ext cx="5882509" cy="3410426"/>
          </a:xfrm>
          <a:prstGeom prst="rect">
            <a:avLst/>
          </a:prstGeom>
        </p:spPr>
      </p:pic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97D38859-0FDF-4417-99D8-2D9BF7B2A7D3}"/>
              </a:ext>
            </a:extLst>
          </p:cNvPr>
          <p:cNvSpPr txBox="1">
            <a:spLocks/>
          </p:cNvSpPr>
          <p:nvPr/>
        </p:nvSpPr>
        <p:spPr>
          <a:xfrm>
            <a:off x="5738951" y="1258846"/>
            <a:ext cx="4292140" cy="823912"/>
          </a:xfrm>
          <a:prstGeom prst="rect">
            <a:avLst/>
          </a:prstGeom>
        </p:spPr>
        <p:txBody>
          <a:bodyPr vert="horz" lIns="0" tIns="45720" rIns="0" bIns="45720" rtlCol="0"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Wingdings" panose="05000000000000000000" pitchFamily="2" charset="2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1"/>
            <a:r>
              <a:rPr lang="ar-AE" sz="3200" dirty="0">
                <a:latin typeface="Amiri Quran" panose="00000500000000000000" pitchFamily="2" charset="-78"/>
                <a:cs typeface="Amiri Quran" panose="00000500000000000000" pitchFamily="2" charset="-78"/>
              </a:rPr>
              <a:t>يدا هذا الرجل دائمًا مبسوطتان</a:t>
            </a:r>
          </a:p>
        </p:txBody>
      </p:sp>
    </p:spTree>
    <p:extLst>
      <p:ext uri="{BB962C8B-B14F-4D97-AF65-F5344CB8AC3E}">
        <p14:creationId xmlns:p14="http://schemas.microsoft.com/office/powerpoint/2010/main" val="32333055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10" grpId="0"/>
      <p:bldP spid="11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ar-AE" dirty="0">
                <a:latin typeface="Amiri Quran" panose="00000500000000000000" pitchFamily="2" charset="-78"/>
                <a:cs typeface="Amiri Quran" panose="00000500000000000000" pitchFamily="2" charset="-78"/>
              </a:rPr>
              <a:t>علم البديع</a:t>
            </a:r>
            <a:endParaRPr lang="en-US" dirty="0">
              <a:latin typeface="Amiri Quran" panose="00000500000000000000" pitchFamily="2" charset="-78"/>
              <a:cs typeface="Amiri Quran" panose="00000500000000000000" pitchFamily="2" charset="-78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r" rtl="1"/>
            <a:r>
              <a:rPr lang="ar-AE" sz="6000" b="1" dirty="0">
                <a:latin typeface="Amiri Quran" panose="00000500000000000000" pitchFamily="2" charset="-78"/>
                <a:cs typeface="Amiri Quran" panose="00000500000000000000" pitchFamily="2" charset="-78"/>
              </a:rPr>
              <a:t>الجناس</a:t>
            </a:r>
            <a:endParaRPr lang="en-US" sz="6000" b="1" dirty="0"/>
          </a:p>
        </p:txBody>
      </p:sp>
    </p:spTree>
    <p:extLst>
      <p:ext uri="{BB962C8B-B14F-4D97-AF65-F5344CB8AC3E}">
        <p14:creationId xmlns:p14="http://schemas.microsoft.com/office/powerpoint/2010/main" val="29787566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ar-AE" b="1" dirty="0">
                <a:latin typeface="Amiri Quran" panose="00000500000000000000" pitchFamily="2" charset="-78"/>
                <a:cs typeface="Amiri Quran" panose="00000500000000000000" pitchFamily="2" charset="-78"/>
              </a:rPr>
              <a:t>تعريف الجناس</a:t>
            </a:r>
            <a:endParaRPr lang="en-US" b="1" dirty="0">
              <a:latin typeface="Amiri Quran" panose="00000500000000000000" pitchFamily="2" charset="-78"/>
              <a:cs typeface="Amiri Quran" panose="00000500000000000000" pitchFamily="2" charset="-78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793970" y="1550324"/>
            <a:ext cx="4347557" cy="823912"/>
          </a:xfrm>
        </p:spPr>
        <p:txBody>
          <a:bodyPr>
            <a:noAutofit/>
          </a:bodyPr>
          <a:lstStyle/>
          <a:p>
            <a:pPr algn="r" rtl="1"/>
            <a:r>
              <a:rPr lang="ar-AE" sz="3200" dirty="0">
                <a:latin typeface="Amiri Quran" panose="00000500000000000000" pitchFamily="2" charset="-78"/>
                <a:cs typeface="Amiri Quran" panose="00000500000000000000" pitchFamily="2" charset="-78"/>
              </a:rPr>
              <a:t>تشابه بين كلمتين: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FEE6C016-1B93-4A9A-AA7A-1E771DD2CF47}"/>
              </a:ext>
            </a:extLst>
          </p:cNvPr>
          <p:cNvSpPr txBox="1">
            <a:spLocks/>
          </p:cNvSpPr>
          <p:nvPr/>
        </p:nvSpPr>
        <p:spPr>
          <a:xfrm>
            <a:off x="5793969" y="2374236"/>
            <a:ext cx="4347557" cy="823912"/>
          </a:xfrm>
          <a:prstGeom prst="rect">
            <a:avLst/>
          </a:prstGeom>
        </p:spPr>
        <p:txBody>
          <a:bodyPr vert="horz" lIns="0" tIns="45720" rIns="0" bIns="45720" rtlCol="0"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Wingdings" panose="05000000000000000000" pitchFamily="2" charset="2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AE" sz="3200" dirty="0">
                <a:latin typeface="Amiri Quran" panose="00000500000000000000" pitchFamily="2" charset="-78"/>
                <a:cs typeface="Amiri Quran" panose="00000500000000000000" pitchFamily="2" charset="-78"/>
              </a:rPr>
              <a:t>نوع الحروف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F3500A27-3F18-4DFA-9856-C659EA1B19B3}"/>
              </a:ext>
            </a:extLst>
          </p:cNvPr>
          <p:cNvSpPr txBox="1">
            <a:spLocks/>
          </p:cNvSpPr>
          <p:nvPr/>
        </p:nvSpPr>
        <p:spPr>
          <a:xfrm>
            <a:off x="5904806" y="3315393"/>
            <a:ext cx="4347557" cy="823912"/>
          </a:xfrm>
          <a:prstGeom prst="rect">
            <a:avLst/>
          </a:prstGeom>
        </p:spPr>
        <p:txBody>
          <a:bodyPr vert="horz" lIns="0" tIns="45720" rIns="0" bIns="45720" rtlCol="0"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Wingdings" panose="05000000000000000000" pitchFamily="2" charset="2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AE" sz="3200" dirty="0">
                <a:latin typeface="Amiri Quran" panose="00000500000000000000" pitchFamily="2" charset="-78"/>
                <a:cs typeface="Amiri Quran" panose="00000500000000000000" pitchFamily="2" charset="-78"/>
              </a:rPr>
              <a:t>عدد الحروف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36DF7929-F777-499F-BA7D-7BB4718213AF}"/>
              </a:ext>
            </a:extLst>
          </p:cNvPr>
          <p:cNvSpPr txBox="1">
            <a:spLocks/>
          </p:cNvSpPr>
          <p:nvPr/>
        </p:nvSpPr>
        <p:spPr>
          <a:xfrm>
            <a:off x="5904806" y="4256550"/>
            <a:ext cx="4347557" cy="823912"/>
          </a:xfrm>
          <a:prstGeom prst="rect">
            <a:avLst/>
          </a:prstGeom>
        </p:spPr>
        <p:txBody>
          <a:bodyPr vert="horz" lIns="0" tIns="45720" rIns="0" bIns="45720" rtlCol="0"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Wingdings" panose="05000000000000000000" pitchFamily="2" charset="2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AE" sz="3200" dirty="0">
                <a:latin typeface="Amiri Quran" panose="00000500000000000000" pitchFamily="2" charset="-78"/>
                <a:cs typeface="Amiri Quran" panose="00000500000000000000" pitchFamily="2" charset="-78"/>
              </a:rPr>
              <a:t>شَكل الحروف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C2DD5BBD-1312-4873-B90D-B5455D3628F0}"/>
              </a:ext>
            </a:extLst>
          </p:cNvPr>
          <p:cNvSpPr txBox="1">
            <a:spLocks/>
          </p:cNvSpPr>
          <p:nvPr/>
        </p:nvSpPr>
        <p:spPr>
          <a:xfrm>
            <a:off x="5904805" y="5307676"/>
            <a:ext cx="4347557" cy="823912"/>
          </a:xfrm>
          <a:prstGeom prst="rect">
            <a:avLst/>
          </a:prstGeom>
        </p:spPr>
        <p:txBody>
          <a:bodyPr vert="horz" lIns="0" tIns="45720" rIns="0" bIns="45720" rtlCol="0"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Wingdings" panose="05000000000000000000" pitchFamily="2" charset="2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AE" sz="3200" dirty="0">
                <a:latin typeface="Amiri Quran" panose="00000500000000000000" pitchFamily="2" charset="-78"/>
                <a:cs typeface="Amiri Quran" panose="00000500000000000000" pitchFamily="2" charset="-78"/>
              </a:rPr>
              <a:t>ترتيب الحروف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9E075A8F-03C6-497B-837F-CB590EAEE12B}"/>
              </a:ext>
            </a:extLst>
          </p:cNvPr>
          <p:cNvSpPr txBox="1">
            <a:spLocks/>
          </p:cNvSpPr>
          <p:nvPr/>
        </p:nvSpPr>
        <p:spPr>
          <a:xfrm rot="19692486">
            <a:off x="753686" y="3836800"/>
            <a:ext cx="4347557" cy="823912"/>
          </a:xfrm>
          <a:prstGeom prst="rect">
            <a:avLst/>
          </a:prstGeom>
        </p:spPr>
        <p:txBody>
          <a:bodyPr vert="horz" lIns="0" tIns="45720" rIns="0" bIns="45720" rtlCol="0"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Wingdings" panose="05000000000000000000" pitchFamily="2" charset="2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1"/>
            <a:r>
              <a:rPr lang="ar-AE" sz="3200" dirty="0">
                <a:latin typeface="Amiri Quran" panose="00000500000000000000" pitchFamily="2" charset="-78"/>
                <a:cs typeface="Amiri Quran" panose="00000500000000000000" pitchFamily="2" charset="-78"/>
              </a:rPr>
              <a:t>اختلاف في المعنى</a:t>
            </a:r>
          </a:p>
        </p:txBody>
      </p:sp>
    </p:spTree>
    <p:extLst>
      <p:ext uri="{BB962C8B-B14F-4D97-AF65-F5344CB8AC3E}">
        <p14:creationId xmlns:p14="http://schemas.microsoft.com/office/powerpoint/2010/main" val="1400223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1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ar-AE" b="1" dirty="0">
                <a:latin typeface="Amiri Quran" panose="00000500000000000000" pitchFamily="2" charset="-78"/>
                <a:cs typeface="Amiri Quran" panose="00000500000000000000" pitchFamily="2" charset="-78"/>
              </a:rPr>
              <a:t>الجناس التامّ (المُستوفى)</a:t>
            </a:r>
            <a:endParaRPr lang="en-US" b="1" dirty="0">
              <a:latin typeface="Amiri Quran" panose="00000500000000000000" pitchFamily="2" charset="-78"/>
              <a:cs typeface="Amiri Quran" panose="00000500000000000000" pitchFamily="2" charset="-78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8393" y="1550324"/>
            <a:ext cx="9493135" cy="823912"/>
          </a:xfrm>
        </p:spPr>
        <p:txBody>
          <a:bodyPr>
            <a:noAutofit/>
          </a:bodyPr>
          <a:lstStyle/>
          <a:p>
            <a:pPr algn="ctr" rtl="1"/>
            <a:r>
              <a:rPr lang="ar-AE" sz="3200" dirty="0">
                <a:latin typeface="Amiri Quran" panose="00000500000000000000" pitchFamily="2" charset="-78"/>
                <a:cs typeface="Amiri Quran" panose="00000500000000000000" pitchFamily="2" charset="-78"/>
              </a:rPr>
              <a:t>ويومَ تقومُ السَّاعَةُ يُقْسِمُ المجرمونَ ما لبِثوا غيرَ سَاعَةٍ [</a:t>
            </a:r>
            <a:r>
              <a:rPr lang="ar-AE" dirty="0">
                <a:latin typeface="Amiri Quran" panose="00000500000000000000" pitchFamily="2" charset="-78"/>
                <a:cs typeface="Amiri Quran" panose="00000500000000000000" pitchFamily="2" charset="-78"/>
              </a:rPr>
              <a:t>الروم</a:t>
            </a:r>
            <a:r>
              <a:rPr lang="ar-AE" sz="3200" dirty="0">
                <a:latin typeface="Amiri Quran" panose="00000500000000000000" pitchFamily="2" charset="-78"/>
                <a:cs typeface="Amiri Quran" panose="00000500000000000000" pitchFamily="2" charset="-78"/>
              </a:rPr>
              <a:t>: 55]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5E00D02F-5331-4950-B39C-7BD3CC80F056}"/>
              </a:ext>
            </a:extLst>
          </p:cNvPr>
          <p:cNvSpPr txBox="1">
            <a:spLocks/>
          </p:cNvSpPr>
          <p:nvPr/>
        </p:nvSpPr>
        <p:spPr>
          <a:xfrm>
            <a:off x="864524" y="3494550"/>
            <a:ext cx="9493135" cy="823912"/>
          </a:xfrm>
          <a:prstGeom prst="rect">
            <a:avLst/>
          </a:prstGeom>
        </p:spPr>
        <p:txBody>
          <a:bodyPr vert="horz" lIns="0" tIns="45720" rIns="0" bIns="45720" rtlCol="0"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Wingdings" panose="05000000000000000000" pitchFamily="2" charset="2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1"/>
            <a:r>
              <a:rPr lang="ar-AE" sz="3200" dirty="0">
                <a:latin typeface="Amiri Quran" panose="00000500000000000000" pitchFamily="2" charset="-78"/>
                <a:cs typeface="Amiri Quran" panose="00000500000000000000" pitchFamily="2" charset="-78"/>
              </a:rPr>
              <a:t>وسميّتُهُ يَحْيَى لِيَحْيَا فَلَمْ يَكُنْ	 	إلى رَدِّ أَمْرِ اللهِ فِيهِ سَبِيل</a:t>
            </a:r>
          </a:p>
        </p:txBody>
      </p:sp>
    </p:spTree>
    <p:extLst>
      <p:ext uri="{BB962C8B-B14F-4D97-AF65-F5344CB8AC3E}">
        <p14:creationId xmlns:p14="http://schemas.microsoft.com/office/powerpoint/2010/main" val="235672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7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ar-AE" b="1" dirty="0">
                <a:latin typeface="Amiri Quran" panose="00000500000000000000" pitchFamily="2" charset="-78"/>
                <a:cs typeface="Amiri Quran" panose="00000500000000000000" pitchFamily="2" charset="-78"/>
              </a:rPr>
              <a:t>الجناس التامّ (المُستوفى)</a:t>
            </a:r>
            <a:endParaRPr lang="en-US" b="1" dirty="0">
              <a:latin typeface="Amiri Quran" panose="00000500000000000000" pitchFamily="2" charset="-78"/>
              <a:cs typeface="Amiri Quran" panose="00000500000000000000" pitchFamily="2" charset="-78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704109" y="2601883"/>
            <a:ext cx="9493135" cy="823912"/>
          </a:xfrm>
        </p:spPr>
        <p:txBody>
          <a:bodyPr>
            <a:noAutofit/>
          </a:bodyPr>
          <a:lstStyle/>
          <a:p>
            <a:pPr algn="ctr" rtl="1"/>
            <a:r>
              <a:rPr lang="ar-AE" sz="3200" dirty="0">
                <a:latin typeface="Amiri Quran" panose="00000500000000000000" pitchFamily="2" charset="-78"/>
                <a:cs typeface="Amiri Quran" panose="00000500000000000000" pitchFamily="2" charset="-78"/>
              </a:rPr>
              <a:t>كُلُّكُمْ قَدْ أَخَذَ الجَا 		مَ ولا جَامَ لَنَا</a:t>
            </a:r>
          </a:p>
          <a:p>
            <a:pPr algn="ctr" rtl="1"/>
            <a:endParaRPr lang="ar-AE" sz="3200" dirty="0">
              <a:latin typeface="Amiri Quran" panose="00000500000000000000" pitchFamily="2" charset="-78"/>
              <a:cs typeface="Amiri Quran" panose="00000500000000000000" pitchFamily="2" charset="-78"/>
            </a:endParaRPr>
          </a:p>
          <a:p>
            <a:pPr algn="ctr" rtl="1"/>
            <a:r>
              <a:rPr lang="ar-AE" sz="3200" dirty="0">
                <a:latin typeface="Amiri Quran" panose="00000500000000000000" pitchFamily="2" charset="-78"/>
                <a:cs typeface="Amiri Quran" panose="00000500000000000000" pitchFamily="2" charset="-78"/>
              </a:rPr>
              <a:t>ما الذي ضَرَّ مُدِيرَ الـ		 جَامِ لَوْ جَامَلَنَا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5E00D02F-5331-4950-B39C-7BD3CC80F056}"/>
              </a:ext>
            </a:extLst>
          </p:cNvPr>
          <p:cNvSpPr txBox="1">
            <a:spLocks/>
          </p:cNvSpPr>
          <p:nvPr/>
        </p:nvSpPr>
        <p:spPr>
          <a:xfrm>
            <a:off x="1104900" y="4442560"/>
            <a:ext cx="9493135" cy="823912"/>
          </a:xfrm>
          <a:prstGeom prst="rect">
            <a:avLst/>
          </a:prstGeom>
        </p:spPr>
        <p:txBody>
          <a:bodyPr vert="horz" lIns="0" tIns="45720" rIns="0" bIns="45720" rtlCol="0"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Wingdings" panose="05000000000000000000" pitchFamily="2" charset="2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1"/>
            <a:r>
              <a:rPr lang="ar-AE" sz="3200" dirty="0">
                <a:latin typeface="Amiri Quran" panose="00000500000000000000" pitchFamily="2" charset="-78"/>
                <a:cs typeface="Amiri Quran" panose="00000500000000000000" pitchFamily="2" charset="-78"/>
              </a:rPr>
              <a:t>أَعَنِ العَقِيقِ سألْتَ بَرْقًا أوْمَضَا		أَأَقامَ حادٍ بالرَّكائبِ أَوْ مَضَى؟</a:t>
            </a:r>
          </a:p>
        </p:txBody>
      </p:sp>
    </p:spTree>
    <p:extLst>
      <p:ext uri="{BB962C8B-B14F-4D97-AF65-F5344CB8AC3E}">
        <p14:creationId xmlns:p14="http://schemas.microsoft.com/office/powerpoint/2010/main" val="34732161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ar-AE" b="1" dirty="0">
                <a:latin typeface="Amiri Quran" panose="00000500000000000000" pitchFamily="2" charset="-78"/>
                <a:cs typeface="Amiri Quran" panose="00000500000000000000" pitchFamily="2" charset="-78"/>
              </a:rPr>
              <a:t>جناس التَّصْرِيف</a:t>
            </a:r>
            <a:endParaRPr lang="en-US" b="1" dirty="0">
              <a:latin typeface="Amiri Quran" panose="00000500000000000000" pitchFamily="2" charset="-78"/>
              <a:cs typeface="Amiri Quran" panose="00000500000000000000" pitchFamily="2" charset="-78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704109" y="2601883"/>
            <a:ext cx="9493135" cy="823912"/>
          </a:xfrm>
        </p:spPr>
        <p:txBody>
          <a:bodyPr>
            <a:noAutofit/>
          </a:bodyPr>
          <a:lstStyle/>
          <a:p>
            <a:pPr algn="ctr" rtl="1"/>
            <a:r>
              <a:rPr lang="ar-AE" sz="3200" dirty="0">
                <a:latin typeface="Amiri Quran" panose="00000500000000000000" pitchFamily="2" charset="-78"/>
                <a:cs typeface="Amiri Quran" panose="00000500000000000000" pitchFamily="2" charset="-78"/>
              </a:rPr>
              <a:t>فأمّا اليتيمَ فلا تَقْهَر، وأمّا السائلَ فلا تَنْهَر </a:t>
            </a:r>
            <a:r>
              <a:rPr lang="ar-AE" dirty="0">
                <a:latin typeface="Amiri Quran" panose="00000500000000000000" pitchFamily="2" charset="-78"/>
                <a:cs typeface="Amiri Quran" panose="00000500000000000000" pitchFamily="2" charset="-78"/>
              </a:rPr>
              <a:t>[الضحى: 9-10]</a:t>
            </a:r>
            <a:endParaRPr lang="ar-AE" sz="3200" dirty="0">
              <a:latin typeface="Amiri Quran" panose="00000500000000000000" pitchFamily="2" charset="-78"/>
              <a:cs typeface="Amiri Quran" panose="00000500000000000000" pitchFamily="2" charset="-78"/>
            </a:endParaRPr>
          </a:p>
          <a:p>
            <a:pPr algn="ctr" rtl="1"/>
            <a:endParaRPr lang="ar-AE" sz="3200" dirty="0">
              <a:latin typeface="Amiri Quran" panose="00000500000000000000" pitchFamily="2" charset="-78"/>
              <a:cs typeface="Amiri Quran" panose="00000500000000000000" pitchFamily="2" charset="-78"/>
            </a:endParaRPr>
          </a:p>
          <a:p>
            <a:pPr algn="ctr" rtl="1"/>
            <a:endParaRPr lang="ar-AE" sz="3200" dirty="0">
              <a:latin typeface="Amiri Quran" panose="00000500000000000000" pitchFamily="2" charset="-78"/>
              <a:cs typeface="Amiri Quran" panose="00000500000000000000" pitchFamily="2" charset="-78"/>
            </a:endParaRP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5E00D02F-5331-4950-B39C-7BD3CC80F056}"/>
              </a:ext>
            </a:extLst>
          </p:cNvPr>
          <p:cNvSpPr txBox="1">
            <a:spLocks/>
          </p:cNvSpPr>
          <p:nvPr/>
        </p:nvSpPr>
        <p:spPr>
          <a:xfrm>
            <a:off x="3383280" y="4326182"/>
            <a:ext cx="7514013" cy="823912"/>
          </a:xfrm>
          <a:prstGeom prst="rect">
            <a:avLst/>
          </a:prstGeom>
        </p:spPr>
        <p:txBody>
          <a:bodyPr vert="horz" lIns="0" tIns="45720" rIns="0" bIns="45720" rtlCol="0"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Wingdings" panose="05000000000000000000" pitchFamily="2" charset="2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1"/>
            <a:r>
              <a:rPr lang="ar-AE" sz="3200" dirty="0">
                <a:latin typeface="Amiri Quran" panose="00000500000000000000" pitchFamily="2" charset="-78"/>
                <a:cs typeface="Amiri Quran" panose="00000500000000000000" pitchFamily="2" charset="-78"/>
              </a:rPr>
              <a:t>وهم يَنْهَوْنَ عنه وَيَنْأَوْنَ عَنْه </a:t>
            </a:r>
            <a:r>
              <a:rPr lang="ar-AE" dirty="0">
                <a:latin typeface="Amiri Quran" panose="00000500000000000000" pitchFamily="2" charset="-78"/>
                <a:cs typeface="Amiri Quran" panose="00000500000000000000" pitchFamily="2" charset="-78"/>
              </a:rPr>
              <a:t>[سورة الأنعام: 26]</a:t>
            </a:r>
            <a:endParaRPr lang="ar-AE" sz="3200" dirty="0">
              <a:latin typeface="Amiri Quran" panose="00000500000000000000" pitchFamily="2" charset="-78"/>
              <a:cs typeface="Amiri Quran" panose="000005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5789870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ar-AE" b="1" dirty="0">
                <a:latin typeface="Amiri Quran" panose="00000500000000000000" pitchFamily="2" charset="-78"/>
                <a:cs typeface="Amiri Quran" panose="00000500000000000000" pitchFamily="2" charset="-78"/>
              </a:rPr>
              <a:t>الجناس النّاقص</a:t>
            </a:r>
            <a:endParaRPr lang="en-US" b="1" dirty="0">
              <a:latin typeface="Amiri Quran" panose="00000500000000000000" pitchFamily="2" charset="-78"/>
              <a:cs typeface="Amiri Quran" panose="00000500000000000000" pitchFamily="2" charset="-78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104900" y="2605088"/>
            <a:ext cx="10474729" cy="823912"/>
          </a:xfrm>
        </p:spPr>
        <p:txBody>
          <a:bodyPr>
            <a:noAutofit/>
          </a:bodyPr>
          <a:lstStyle/>
          <a:p>
            <a:pPr algn="ctr" rtl="1"/>
            <a:r>
              <a:rPr lang="ar-AE" sz="3200" dirty="0">
                <a:latin typeface="Amiri Quran" panose="00000500000000000000" pitchFamily="2" charset="-78"/>
                <a:cs typeface="Amiri Quran" panose="00000500000000000000" pitchFamily="2" charset="-78"/>
              </a:rPr>
              <a:t>فيَا رَاكِبَ الوَجْنَاءِ هَلْ أَنْتَ عالِمٌ		فِداؤُكَ نَفْسِي كَيْفَ تِلكَ المَعالِمُ</a:t>
            </a:r>
          </a:p>
          <a:p>
            <a:pPr algn="ctr" rtl="1"/>
            <a:endParaRPr lang="ar-AE" sz="3200" dirty="0">
              <a:latin typeface="Amiri Quran" panose="00000500000000000000" pitchFamily="2" charset="-78"/>
              <a:cs typeface="Amiri Quran" panose="00000500000000000000" pitchFamily="2" charset="-78"/>
            </a:endParaRPr>
          </a:p>
          <a:p>
            <a:pPr algn="ctr" rtl="1"/>
            <a:r>
              <a:rPr lang="ar-AE" dirty="0">
                <a:latin typeface="Amiri Quran" panose="00000500000000000000" pitchFamily="2" charset="-78"/>
                <a:cs typeface="Amiri Quran" panose="00000500000000000000" pitchFamily="2" charset="-78"/>
              </a:rPr>
              <a:t>ابن جُبير الأندلسي [القرنان 6-7 هـ]</a:t>
            </a:r>
            <a:endParaRPr lang="ar-AE" sz="3200" dirty="0">
              <a:latin typeface="Amiri Quran" panose="00000500000000000000" pitchFamily="2" charset="-78"/>
              <a:cs typeface="Amiri Quran" panose="00000500000000000000" pitchFamily="2" charset="-78"/>
            </a:endParaRP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5E00D02F-5331-4950-B39C-7BD3CC80F056}"/>
              </a:ext>
            </a:extLst>
          </p:cNvPr>
          <p:cNvSpPr txBox="1">
            <a:spLocks/>
          </p:cNvSpPr>
          <p:nvPr/>
        </p:nvSpPr>
        <p:spPr>
          <a:xfrm>
            <a:off x="3383280" y="4326182"/>
            <a:ext cx="7514013" cy="823912"/>
          </a:xfrm>
          <a:prstGeom prst="rect">
            <a:avLst/>
          </a:prstGeom>
        </p:spPr>
        <p:txBody>
          <a:bodyPr vert="horz" lIns="0" tIns="45720" rIns="0" bIns="45720" rtlCol="0"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Wingdings" panose="05000000000000000000" pitchFamily="2" charset="2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1"/>
            <a:r>
              <a:rPr lang="ar-AE" sz="3200" dirty="0">
                <a:latin typeface="Amiri Quran" panose="00000500000000000000" pitchFamily="2" charset="-78"/>
                <a:cs typeface="Amiri Quran" panose="00000500000000000000" pitchFamily="2" charset="-78"/>
              </a:rPr>
              <a:t>إِنَّ البُكاءَ هُوَ الشِّفَا	ءُ مِنَ </a:t>
            </a:r>
            <a:r>
              <a:rPr lang="ar-AE" sz="3200" dirty="0" err="1">
                <a:latin typeface="Amiri Quran" panose="00000500000000000000" pitchFamily="2" charset="-78"/>
                <a:cs typeface="Amiri Quran" panose="00000500000000000000" pitchFamily="2" charset="-78"/>
              </a:rPr>
              <a:t>الجَوَى</a:t>
            </a:r>
            <a:r>
              <a:rPr lang="ar-AE" sz="3200" dirty="0">
                <a:latin typeface="Amiri Quran" panose="00000500000000000000" pitchFamily="2" charset="-78"/>
                <a:cs typeface="Amiri Quran" panose="00000500000000000000" pitchFamily="2" charset="-78"/>
              </a:rPr>
              <a:t> بَيْنَ الجَوَانِح</a:t>
            </a:r>
          </a:p>
        </p:txBody>
      </p:sp>
    </p:spTree>
    <p:extLst>
      <p:ext uri="{BB962C8B-B14F-4D97-AF65-F5344CB8AC3E}">
        <p14:creationId xmlns:p14="http://schemas.microsoft.com/office/powerpoint/2010/main" val="39319306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ar-AE" b="1" dirty="0">
                <a:latin typeface="Amiri Quran" panose="00000500000000000000" pitchFamily="2" charset="-78"/>
                <a:cs typeface="Amiri Quran" panose="00000500000000000000" pitchFamily="2" charset="-78"/>
              </a:rPr>
              <a:t>الجناس المُحَرَّف</a:t>
            </a:r>
            <a:endParaRPr lang="en-US" b="1" dirty="0">
              <a:latin typeface="Amiri Quran" panose="00000500000000000000" pitchFamily="2" charset="-78"/>
              <a:cs typeface="Amiri Quran" panose="00000500000000000000" pitchFamily="2" charset="-78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104900" y="2605088"/>
            <a:ext cx="10474729" cy="823912"/>
          </a:xfrm>
        </p:spPr>
        <p:txBody>
          <a:bodyPr>
            <a:noAutofit/>
          </a:bodyPr>
          <a:lstStyle/>
          <a:p>
            <a:pPr algn="ctr" rtl="1"/>
            <a:r>
              <a:rPr lang="ar-AE" sz="3200" dirty="0">
                <a:latin typeface="Amiri Quran" panose="00000500000000000000" pitchFamily="2" charset="-78"/>
                <a:cs typeface="Amiri Quran" panose="00000500000000000000" pitchFamily="2" charset="-78"/>
              </a:rPr>
              <a:t>هلّا نَهاكَ </a:t>
            </a:r>
            <a:r>
              <a:rPr lang="ar-AE" sz="3200" dirty="0" err="1">
                <a:latin typeface="Amiri Quran" panose="00000500000000000000" pitchFamily="2" charset="-78"/>
                <a:cs typeface="Amiri Quran" panose="00000500000000000000" pitchFamily="2" charset="-78"/>
              </a:rPr>
              <a:t>نُهاكَ</a:t>
            </a:r>
            <a:r>
              <a:rPr lang="ar-AE" sz="3200" dirty="0">
                <a:latin typeface="Amiri Quran" panose="00000500000000000000" pitchFamily="2" charset="-78"/>
                <a:cs typeface="Amiri Quran" panose="00000500000000000000" pitchFamily="2" charset="-78"/>
              </a:rPr>
              <a:t> عن لوْمِ امرئٍ	لَمْ يُلْفَ غَيْرَ مُنَعَّمٍ بِشَقَاءِ</a:t>
            </a:r>
          </a:p>
          <a:p>
            <a:pPr algn="ctr" rtl="1"/>
            <a:endParaRPr lang="ar-AE" sz="3200" dirty="0">
              <a:latin typeface="Amiri Quran" panose="00000500000000000000" pitchFamily="2" charset="-78"/>
              <a:cs typeface="Amiri Quran" panose="00000500000000000000" pitchFamily="2" charset="-78"/>
            </a:endParaRPr>
          </a:p>
          <a:p>
            <a:pPr algn="ctr" rtl="1"/>
            <a:r>
              <a:rPr lang="ar-AE" dirty="0">
                <a:latin typeface="Amiri Quran" panose="00000500000000000000" pitchFamily="2" charset="-78"/>
                <a:cs typeface="Amiri Quran" panose="00000500000000000000" pitchFamily="2" charset="-78"/>
              </a:rPr>
              <a:t>ابن الفارِض (القرن 7 هـ)</a:t>
            </a:r>
            <a:endParaRPr lang="ar-AE" sz="3200" dirty="0">
              <a:latin typeface="Amiri Quran" panose="00000500000000000000" pitchFamily="2" charset="-78"/>
              <a:cs typeface="Amiri Quran" panose="00000500000000000000" pitchFamily="2" charset="-78"/>
            </a:endParaRP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5E00D02F-5331-4950-B39C-7BD3CC80F056}"/>
              </a:ext>
            </a:extLst>
          </p:cNvPr>
          <p:cNvSpPr txBox="1">
            <a:spLocks/>
          </p:cNvSpPr>
          <p:nvPr/>
        </p:nvSpPr>
        <p:spPr>
          <a:xfrm>
            <a:off x="3383280" y="4326182"/>
            <a:ext cx="7514013" cy="823912"/>
          </a:xfrm>
          <a:prstGeom prst="rect">
            <a:avLst/>
          </a:prstGeom>
        </p:spPr>
        <p:txBody>
          <a:bodyPr vert="horz" lIns="0" tIns="45720" rIns="0" bIns="45720" rtlCol="0"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Wingdings" panose="05000000000000000000" pitchFamily="2" charset="2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1"/>
            <a:r>
              <a:rPr lang="ar-AE" sz="3200" dirty="0">
                <a:latin typeface="Amiri Quran" panose="00000500000000000000" pitchFamily="2" charset="-78"/>
                <a:cs typeface="Amiri Quran" panose="00000500000000000000" pitchFamily="2" charset="-78"/>
              </a:rPr>
              <a:t>لاَ تُنَالُ الْغُرَرَ إِلاَّ بِرُكُوبِ الْغَرَر</a:t>
            </a:r>
          </a:p>
        </p:txBody>
      </p:sp>
    </p:spTree>
    <p:extLst>
      <p:ext uri="{BB962C8B-B14F-4D97-AF65-F5344CB8AC3E}">
        <p14:creationId xmlns:p14="http://schemas.microsoft.com/office/powerpoint/2010/main" val="40034913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ar-AE" b="1" dirty="0">
                <a:latin typeface="Amiri Quran" panose="00000500000000000000" pitchFamily="2" charset="-78"/>
                <a:cs typeface="Amiri Quran" panose="00000500000000000000" pitchFamily="2" charset="-78"/>
              </a:rPr>
              <a:t>جناس القلب (العكس)</a:t>
            </a:r>
            <a:endParaRPr lang="en-US" b="1" dirty="0">
              <a:latin typeface="Amiri Quran" panose="00000500000000000000" pitchFamily="2" charset="-78"/>
              <a:cs typeface="Amiri Quran" panose="00000500000000000000" pitchFamily="2" charset="-78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104900" y="2605088"/>
            <a:ext cx="10474729" cy="823912"/>
          </a:xfrm>
        </p:spPr>
        <p:txBody>
          <a:bodyPr>
            <a:noAutofit/>
          </a:bodyPr>
          <a:lstStyle/>
          <a:p>
            <a:pPr algn="ctr" rtl="1"/>
            <a:r>
              <a:rPr lang="ar-AE" sz="3200" dirty="0">
                <a:latin typeface="Amiri Quran" panose="00000500000000000000" pitchFamily="2" charset="-78"/>
                <a:cs typeface="Amiri Quran" panose="00000500000000000000" pitchFamily="2" charset="-78"/>
              </a:rPr>
              <a:t>بيضُ الصَّفائحِ لا سُودُ الصَّحائفِ في	مُتونِهِنَّ جَلاءُ الشَّكِّ وَالرِّيَب</a:t>
            </a:r>
          </a:p>
        </p:txBody>
      </p:sp>
    </p:spTree>
    <p:extLst>
      <p:ext uri="{BB962C8B-B14F-4D97-AF65-F5344CB8AC3E}">
        <p14:creationId xmlns:p14="http://schemas.microsoft.com/office/powerpoint/2010/main" val="37898474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ar-AE" b="1" dirty="0">
                <a:latin typeface="Amiri Quran" panose="00000500000000000000" pitchFamily="2" charset="-78"/>
                <a:cs typeface="Amiri Quran" panose="00000500000000000000" pitchFamily="2" charset="-78"/>
              </a:rPr>
              <a:t>الجناس المُطْلَق</a:t>
            </a:r>
            <a:endParaRPr lang="en-US" b="1" dirty="0">
              <a:latin typeface="Amiri Quran" panose="00000500000000000000" pitchFamily="2" charset="-78"/>
              <a:cs typeface="Amiri Quran" panose="00000500000000000000" pitchFamily="2" charset="-78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046711" y="3502862"/>
            <a:ext cx="10474729" cy="823912"/>
          </a:xfrm>
        </p:spPr>
        <p:txBody>
          <a:bodyPr>
            <a:noAutofit/>
          </a:bodyPr>
          <a:lstStyle/>
          <a:p>
            <a:pPr algn="ctr" rtl="1"/>
            <a:r>
              <a:rPr lang="ar-AE" sz="3200" dirty="0">
                <a:latin typeface="Amiri Quran" panose="00000500000000000000" pitchFamily="2" charset="-78"/>
                <a:cs typeface="Amiri Quran" panose="00000500000000000000" pitchFamily="2" charset="-78"/>
              </a:rPr>
              <a:t>قَالَتْ رَبِّ إِنِّي ظَلَمْتُ نَفْسِي وَأَسْلَمْتُ مَعَ سُلَيْمَانَ لِلَّهِ رَبِّ الْعَالَمِينَ </a:t>
            </a:r>
            <a:r>
              <a:rPr lang="ar-AE" dirty="0">
                <a:latin typeface="Amiri Quran" panose="00000500000000000000" pitchFamily="2" charset="-78"/>
                <a:cs typeface="Amiri Quran" panose="00000500000000000000" pitchFamily="2" charset="-78"/>
              </a:rPr>
              <a:t>[النمل 44]</a:t>
            </a:r>
          </a:p>
          <a:p>
            <a:pPr algn="ctr" rtl="1"/>
            <a:endParaRPr lang="ar-AE" sz="3200" dirty="0">
              <a:latin typeface="Amiri Quran" panose="00000500000000000000" pitchFamily="2" charset="-78"/>
              <a:cs typeface="Amiri Quran" panose="00000500000000000000" pitchFamily="2" charset="-78"/>
            </a:endParaRPr>
          </a:p>
          <a:p>
            <a:pPr algn="ctr" rtl="1"/>
            <a:endParaRPr lang="ar-AE" sz="3200" dirty="0">
              <a:latin typeface="Amiri Quran" panose="00000500000000000000" pitchFamily="2" charset="-78"/>
              <a:cs typeface="Amiri Quran" panose="00000500000000000000" pitchFamily="2" charset="-78"/>
            </a:endParaRPr>
          </a:p>
          <a:p>
            <a:pPr algn="ctr" rtl="1"/>
            <a:endParaRPr lang="ar-AE" sz="3200" dirty="0">
              <a:latin typeface="Amiri Quran" panose="00000500000000000000" pitchFamily="2" charset="-78"/>
              <a:cs typeface="Amiri Quran" panose="00000500000000000000" pitchFamily="2" charset="-78"/>
            </a:endParaRPr>
          </a:p>
          <a:p>
            <a:pPr algn="ctr" rtl="1"/>
            <a:r>
              <a:rPr lang="ar-AE" sz="3200" dirty="0">
                <a:latin typeface="Amiri Quran" panose="00000500000000000000" pitchFamily="2" charset="-78"/>
                <a:cs typeface="Amiri Quran" panose="00000500000000000000" pitchFamily="2" charset="-78"/>
              </a:rPr>
              <a:t>نَسيمُ الرَّوضِ في رِيحٍ شَمالٍ	وصوْبُ المُزْنِ في راحٍ شَمُول</a:t>
            </a:r>
          </a:p>
        </p:txBody>
      </p:sp>
    </p:spTree>
    <p:extLst>
      <p:ext uri="{BB962C8B-B14F-4D97-AF65-F5344CB8AC3E}">
        <p14:creationId xmlns:p14="http://schemas.microsoft.com/office/powerpoint/2010/main" val="14045049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ar-AE" b="1" dirty="0">
                <a:latin typeface="Amiri Quran" panose="00000500000000000000" pitchFamily="2" charset="-78"/>
                <a:cs typeface="Amiri Quran" panose="00000500000000000000" pitchFamily="2" charset="-78"/>
              </a:rPr>
              <a:t>تمرين في الجناس</a:t>
            </a:r>
            <a:endParaRPr lang="en-US" b="1" dirty="0">
              <a:latin typeface="Amiri Quran" panose="00000500000000000000" pitchFamily="2" charset="-78"/>
              <a:cs typeface="Amiri Quran" panose="00000500000000000000" pitchFamily="2" charset="-78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88522" y="2671589"/>
            <a:ext cx="10474729" cy="823912"/>
          </a:xfrm>
        </p:spPr>
        <p:txBody>
          <a:bodyPr>
            <a:noAutofit/>
          </a:bodyPr>
          <a:lstStyle/>
          <a:p>
            <a:pPr algn="ctr" rtl="1"/>
            <a:r>
              <a:rPr lang="ar-AE" sz="3200" dirty="0">
                <a:latin typeface="Amiri Quran" panose="00000500000000000000" pitchFamily="2" charset="-78"/>
                <a:cs typeface="Amiri Quran" panose="00000500000000000000" pitchFamily="2" charset="-78"/>
              </a:rPr>
              <a:t>سَما وحَمَى بَنِي سامٍ وَحَامٍ		فليسَ كَمِثْلِهِ سَامٍ وَحَام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D29A199B-FEA0-4860-8450-C77E28022879}"/>
              </a:ext>
            </a:extLst>
          </p:cNvPr>
          <p:cNvSpPr txBox="1">
            <a:spLocks/>
          </p:cNvSpPr>
          <p:nvPr/>
        </p:nvSpPr>
        <p:spPr>
          <a:xfrm>
            <a:off x="1163089" y="3727306"/>
            <a:ext cx="10474729" cy="823912"/>
          </a:xfrm>
          <a:prstGeom prst="rect">
            <a:avLst/>
          </a:prstGeom>
        </p:spPr>
        <p:txBody>
          <a:bodyPr vert="horz" lIns="0" tIns="45720" rIns="0" bIns="45720" rtlCol="0"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Wingdings" panose="05000000000000000000" pitchFamily="2" charset="2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1"/>
            <a:endParaRPr lang="ar-AE" sz="3200" dirty="0">
              <a:latin typeface="Amiri Quran" panose="00000500000000000000" pitchFamily="2" charset="-78"/>
              <a:cs typeface="Amiri Quran" panose="00000500000000000000" pitchFamily="2" charset="-78"/>
            </a:endParaRPr>
          </a:p>
          <a:p>
            <a:pPr algn="ctr" rtl="1"/>
            <a:r>
              <a:rPr lang="ar-AE" dirty="0">
                <a:latin typeface="Amiri Quran" panose="00000500000000000000" pitchFamily="2" charset="-78"/>
                <a:cs typeface="Amiri Quran" panose="00000500000000000000" pitchFamily="2" charset="-78"/>
              </a:rPr>
              <a:t>أبو الفتح البُسْتيّ (القرن 4 هـ)</a:t>
            </a:r>
            <a:endParaRPr lang="ar-AE" sz="3200" dirty="0">
              <a:latin typeface="Amiri Quran" panose="00000500000000000000" pitchFamily="2" charset="-78"/>
              <a:cs typeface="Amiri Quran" panose="000005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9193989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ar-AE" b="1" dirty="0">
                <a:latin typeface="Amiri Quran" panose="00000500000000000000" pitchFamily="2" charset="-78"/>
                <a:cs typeface="Amiri Quran" panose="00000500000000000000" pitchFamily="2" charset="-78"/>
              </a:rPr>
              <a:t>تمرين في الجناس</a:t>
            </a:r>
            <a:endParaRPr lang="en-US" b="1" dirty="0">
              <a:latin typeface="Amiri Quran" panose="00000500000000000000" pitchFamily="2" charset="-78"/>
              <a:cs typeface="Amiri Quran" panose="00000500000000000000" pitchFamily="2" charset="-78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88522" y="2671589"/>
            <a:ext cx="10474729" cy="823912"/>
          </a:xfrm>
        </p:spPr>
        <p:txBody>
          <a:bodyPr>
            <a:noAutofit/>
          </a:bodyPr>
          <a:lstStyle/>
          <a:p>
            <a:pPr algn="ctr" rtl="1"/>
            <a:r>
              <a:rPr lang="ar-AE" sz="3200" dirty="0">
                <a:latin typeface="Amiri Quran" panose="00000500000000000000" pitchFamily="2" charset="-78"/>
                <a:cs typeface="Amiri Quran" panose="00000500000000000000" pitchFamily="2" charset="-78"/>
              </a:rPr>
              <a:t>فَهِمْتُ كِتابَكَ يا سَيِّدِي	فَهِمْتُ ولا عَجَبٌ أَنْ أَهِيمَا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D29A199B-FEA0-4860-8450-C77E28022879}"/>
              </a:ext>
            </a:extLst>
          </p:cNvPr>
          <p:cNvSpPr txBox="1">
            <a:spLocks/>
          </p:cNvSpPr>
          <p:nvPr/>
        </p:nvSpPr>
        <p:spPr>
          <a:xfrm>
            <a:off x="1163089" y="3727306"/>
            <a:ext cx="10474729" cy="823912"/>
          </a:xfrm>
          <a:prstGeom prst="rect">
            <a:avLst/>
          </a:prstGeom>
        </p:spPr>
        <p:txBody>
          <a:bodyPr vert="horz" lIns="0" tIns="45720" rIns="0" bIns="45720" rtlCol="0"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Wingdings" panose="05000000000000000000" pitchFamily="2" charset="2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1"/>
            <a:endParaRPr lang="ar-AE" sz="3200" dirty="0">
              <a:latin typeface="Amiri Quran" panose="00000500000000000000" pitchFamily="2" charset="-78"/>
              <a:cs typeface="Amiri Quran" panose="00000500000000000000" pitchFamily="2" charset="-78"/>
            </a:endParaRPr>
          </a:p>
          <a:p>
            <a:pPr algn="ctr" rtl="1"/>
            <a:r>
              <a:rPr lang="ar-AE" dirty="0">
                <a:latin typeface="Amiri Quran" panose="00000500000000000000" pitchFamily="2" charset="-78"/>
                <a:cs typeface="Amiri Quran" panose="00000500000000000000" pitchFamily="2" charset="-78"/>
              </a:rPr>
              <a:t>أبو الفتح البُسْتيّ (القرن 4 هـ)</a:t>
            </a:r>
            <a:endParaRPr lang="ar-AE" sz="3200" dirty="0">
              <a:latin typeface="Amiri Quran" panose="00000500000000000000" pitchFamily="2" charset="-78"/>
              <a:cs typeface="Amiri Quran" panose="000005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4115854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ar-AE" dirty="0">
                <a:latin typeface="Amiri Quran" panose="00000500000000000000" pitchFamily="2" charset="-78"/>
                <a:cs typeface="Amiri Quran" panose="00000500000000000000" pitchFamily="2" charset="-78"/>
              </a:rPr>
              <a:t>علم البديع</a:t>
            </a:r>
            <a:endParaRPr lang="en-US" dirty="0">
              <a:latin typeface="Amiri Quran" panose="00000500000000000000" pitchFamily="2" charset="-78"/>
              <a:cs typeface="Amiri Quran" panose="00000500000000000000" pitchFamily="2" charset="-78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r" rtl="1"/>
            <a:r>
              <a:rPr lang="ar-AE" sz="6000" b="1" dirty="0">
                <a:latin typeface="Amiri Quran" panose="00000500000000000000" pitchFamily="2" charset="-78"/>
                <a:cs typeface="Amiri Quran" panose="00000500000000000000" pitchFamily="2" charset="-78"/>
              </a:rPr>
              <a:t>الطّباق والمقابلة</a:t>
            </a:r>
            <a:endParaRPr lang="en-US" sz="6000" b="1" dirty="0"/>
          </a:p>
        </p:txBody>
      </p:sp>
    </p:spTree>
    <p:extLst>
      <p:ext uri="{BB962C8B-B14F-4D97-AF65-F5344CB8AC3E}">
        <p14:creationId xmlns:p14="http://schemas.microsoft.com/office/powerpoint/2010/main" val="38406635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ar-AE" b="1" dirty="0">
                <a:latin typeface="Amiri Quran" panose="00000500000000000000" pitchFamily="2" charset="-78"/>
                <a:cs typeface="Amiri Quran" panose="00000500000000000000" pitchFamily="2" charset="-78"/>
              </a:rPr>
              <a:t>أنواع الطباق</a:t>
            </a:r>
            <a:endParaRPr lang="en-US" b="1" dirty="0">
              <a:latin typeface="Amiri Quran" panose="00000500000000000000" pitchFamily="2" charset="-78"/>
              <a:cs typeface="Amiri Quran" panose="00000500000000000000" pitchFamily="2" charset="-78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913024" y="3993312"/>
            <a:ext cx="3849485" cy="823912"/>
          </a:xfrm>
        </p:spPr>
        <p:txBody>
          <a:bodyPr>
            <a:noAutofit/>
          </a:bodyPr>
          <a:lstStyle/>
          <a:p>
            <a:pPr algn="ctr" rtl="1"/>
            <a:r>
              <a:rPr lang="ar-AE" sz="3200" dirty="0">
                <a:latin typeface="Amiri Quran" panose="00000500000000000000" pitchFamily="2" charset="-78"/>
                <a:cs typeface="Amiri Quran" panose="00000500000000000000" pitchFamily="2" charset="-78"/>
              </a:rPr>
              <a:t>  طباق الإيجاب</a:t>
            </a:r>
          </a:p>
          <a:p>
            <a:pPr algn="ctr" rtl="1"/>
            <a:endParaRPr lang="ar-AE" sz="3200" dirty="0">
              <a:latin typeface="Amiri Quran" panose="00000500000000000000" pitchFamily="2" charset="-78"/>
              <a:cs typeface="Amiri Quran" panose="00000500000000000000" pitchFamily="2" charset="-78"/>
            </a:endParaRPr>
          </a:p>
          <a:p>
            <a:pPr algn="ctr" rtl="1"/>
            <a:r>
              <a:rPr lang="ar-AE" sz="3200" dirty="0">
                <a:latin typeface="Amiri Quran" panose="00000500000000000000" pitchFamily="2" charset="-78"/>
                <a:cs typeface="Amiri Quran" panose="00000500000000000000" pitchFamily="2" charset="-78"/>
              </a:rPr>
              <a:t>طباق السَّلْب </a:t>
            </a:r>
          </a:p>
          <a:p>
            <a:pPr algn="ctr" rtl="1"/>
            <a:endParaRPr lang="ar-AE" sz="3200" dirty="0">
              <a:latin typeface="Amiri Quran" panose="00000500000000000000" pitchFamily="2" charset="-78"/>
              <a:cs typeface="Amiri Quran" panose="00000500000000000000" pitchFamily="2" charset="-78"/>
            </a:endParaRPr>
          </a:p>
          <a:p>
            <a:pPr algn="ctr" rtl="1"/>
            <a:r>
              <a:rPr lang="ar-AE" sz="3200" dirty="0">
                <a:latin typeface="Amiri Quran" panose="00000500000000000000" pitchFamily="2" charset="-78"/>
                <a:cs typeface="Amiri Quran" panose="00000500000000000000" pitchFamily="2" charset="-78"/>
              </a:rPr>
              <a:t>طباق التّدبيج</a:t>
            </a:r>
          </a:p>
        </p:txBody>
      </p:sp>
    </p:spTree>
    <p:extLst>
      <p:ext uri="{BB962C8B-B14F-4D97-AF65-F5344CB8AC3E}">
        <p14:creationId xmlns:p14="http://schemas.microsoft.com/office/powerpoint/2010/main" val="36867889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ar-AE" b="1" dirty="0">
                <a:latin typeface="Amiri Quran" panose="00000500000000000000" pitchFamily="2" charset="-78"/>
                <a:cs typeface="Amiri Quran" panose="00000500000000000000" pitchFamily="2" charset="-78"/>
              </a:rPr>
              <a:t>طباق الإيجاب</a:t>
            </a:r>
            <a:endParaRPr lang="en-US" b="1" dirty="0">
              <a:latin typeface="Amiri Quran" panose="00000500000000000000" pitchFamily="2" charset="-78"/>
              <a:cs typeface="Amiri Quran" panose="00000500000000000000" pitchFamily="2" charset="-78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046711" y="1873567"/>
            <a:ext cx="10474729" cy="823912"/>
          </a:xfrm>
        </p:spPr>
        <p:txBody>
          <a:bodyPr>
            <a:noAutofit/>
          </a:bodyPr>
          <a:lstStyle/>
          <a:p>
            <a:pPr algn="ctr" rtl="1"/>
            <a:r>
              <a:rPr lang="ar-AE" sz="3200" dirty="0">
                <a:latin typeface="Amiri Quran" panose="00000500000000000000" pitchFamily="2" charset="-78"/>
                <a:cs typeface="Amiri Quran" panose="00000500000000000000" pitchFamily="2" charset="-78"/>
              </a:rPr>
              <a:t>وَتَحْسَبُهُمْ أَيْقَاظًا وَهُمْ رُقُودُ </a:t>
            </a:r>
            <a:r>
              <a:rPr lang="ar-AE" dirty="0">
                <a:latin typeface="Amiri Quran" panose="00000500000000000000" pitchFamily="2" charset="-78"/>
                <a:cs typeface="Amiri Quran" panose="00000500000000000000" pitchFamily="2" charset="-78"/>
              </a:rPr>
              <a:t>[الكهف: 18]</a:t>
            </a:r>
            <a:endParaRPr lang="ar-AE" sz="3200" dirty="0">
              <a:latin typeface="Amiri Quran" panose="00000500000000000000" pitchFamily="2" charset="-78"/>
              <a:cs typeface="Amiri Quran" panose="00000500000000000000" pitchFamily="2" charset="-78"/>
            </a:endParaRP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D29A199B-FEA0-4860-8450-C77E28022879}"/>
              </a:ext>
            </a:extLst>
          </p:cNvPr>
          <p:cNvSpPr txBox="1">
            <a:spLocks/>
          </p:cNvSpPr>
          <p:nvPr/>
        </p:nvSpPr>
        <p:spPr>
          <a:xfrm>
            <a:off x="1163090" y="4436022"/>
            <a:ext cx="10474729" cy="823912"/>
          </a:xfrm>
          <a:prstGeom prst="rect">
            <a:avLst/>
          </a:prstGeom>
        </p:spPr>
        <p:txBody>
          <a:bodyPr vert="horz" lIns="0" tIns="45720" rIns="0" bIns="45720" rtlCol="0"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Wingdings" panose="05000000000000000000" pitchFamily="2" charset="2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1"/>
            <a:r>
              <a:rPr lang="ar-AE" sz="3200" dirty="0">
                <a:latin typeface="Amiri Quran" panose="00000500000000000000" pitchFamily="2" charset="-78"/>
                <a:cs typeface="Amiri Quran" panose="00000500000000000000" pitchFamily="2" charset="-78"/>
              </a:rPr>
              <a:t>لا تَعْجَبِي يا سَلْمُ مِنْ رَجُلٍ		ضَحِكَ المَشِيبُ برأسِهِ فَبَكَى</a:t>
            </a:r>
          </a:p>
          <a:p>
            <a:pPr algn="ctr" rtl="1"/>
            <a:endParaRPr lang="ar-AE" sz="3200" dirty="0">
              <a:latin typeface="Amiri Quran" panose="00000500000000000000" pitchFamily="2" charset="-78"/>
              <a:cs typeface="Amiri Quran" panose="00000500000000000000" pitchFamily="2" charset="-78"/>
            </a:endParaRPr>
          </a:p>
          <a:p>
            <a:pPr algn="ctr" rtl="1"/>
            <a:r>
              <a:rPr lang="ar-AE" sz="3200" dirty="0">
                <a:latin typeface="Amiri Quran" panose="00000500000000000000" pitchFamily="2" charset="-78"/>
                <a:cs typeface="Amiri Quran" panose="00000500000000000000" pitchFamily="2" charset="-78"/>
              </a:rPr>
              <a:t>دِعْبِل الخُزاعِي </a:t>
            </a:r>
            <a:r>
              <a:rPr lang="ar-AE" dirty="0">
                <a:latin typeface="Amiri Quran" panose="00000500000000000000" pitchFamily="2" charset="-78"/>
                <a:cs typeface="Amiri Quran" panose="00000500000000000000" pitchFamily="2" charset="-78"/>
              </a:rPr>
              <a:t>[القرن الثاني للهجرة]</a:t>
            </a:r>
            <a:endParaRPr lang="ar-AE" sz="3200" dirty="0">
              <a:latin typeface="Amiri Quran" panose="00000500000000000000" pitchFamily="2" charset="-78"/>
              <a:cs typeface="Amiri Quran" panose="000005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9930132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ar-AE" b="1" dirty="0">
                <a:latin typeface="Amiri Quran" panose="00000500000000000000" pitchFamily="2" charset="-78"/>
                <a:cs typeface="Amiri Quran" panose="00000500000000000000" pitchFamily="2" charset="-78"/>
              </a:rPr>
              <a:t>طباق السَّلْب</a:t>
            </a:r>
            <a:endParaRPr lang="en-US" b="1" dirty="0">
              <a:latin typeface="Amiri Quran" panose="00000500000000000000" pitchFamily="2" charset="-78"/>
              <a:cs typeface="Amiri Quran" panose="00000500000000000000" pitchFamily="2" charset="-78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104900" y="5506229"/>
            <a:ext cx="10474729" cy="823912"/>
          </a:xfrm>
        </p:spPr>
        <p:txBody>
          <a:bodyPr>
            <a:noAutofit/>
          </a:bodyPr>
          <a:lstStyle/>
          <a:p>
            <a:pPr algn="ctr" rtl="1"/>
            <a:r>
              <a:rPr lang="ar-AE" sz="3200" dirty="0">
                <a:latin typeface="Amiri Quran" panose="00000500000000000000" pitchFamily="2" charset="-78"/>
                <a:cs typeface="Amiri Quran" panose="00000500000000000000" pitchFamily="2" charset="-78"/>
              </a:rPr>
              <a:t>يَسْتَخْفُونَ من النّاسِ ولا يَسْتَخْفُونَ مِنَ اللهِ </a:t>
            </a:r>
            <a:r>
              <a:rPr lang="ar-AE" dirty="0">
                <a:latin typeface="Amiri Quran" panose="00000500000000000000" pitchFamily="2" charset="-78"/>
                <a:cs typeface="Amiri Quran" panose="00000500000000000000" pitchFamily="2" charset="-78"/>
              </a:rPr>
              <a:t>[النساء: 108]</a:t>
            </a:r>
            <a:endParaRPr lang="ar-AE" sz="3200" dirty="0">
              <a:latin typeface="Amiri Quran" panose="00000500000000000000" pitchFamily="2" charset="-78"/>
              <a:cs typeface="Amiri Quran" panose="00000500000000000000" pitchFamily="2" charset="-78"/>
            </a:endParaRPr>
          </a:p>
          <a:p>
            <a:pPr algn="ctr" rtl="1"/>
            <a:endParaRPr lang="ar-AE" sz="3200" dirty="0">
              <a:latin typeface="Amiri Quran" panose="00000500000000000000" pitchFamily="2" charset="-78"/>
              <a:cs typeface="Amiri Quran" panose="00000500000000000000" pitchFamily="2" charset="-78"/>
            </a:endParaRPr>
          </a:p>
          <a:p>
            <a:pPr algn="ctr" rtl="1"/>
            <a:endParaRPr lang="ar-AE" sz="3200" dirty="0">
              <a:latin typeface="Amiri Quran" panose="00000500000000000000" pitchFamily="2" charset="-78"/>
              <a:cs typeface="Amiri Quran" panose="00000500000000000000" pitchFamily="2" charset="-78"/>
            </a:endParaRPr>
          </a:p>
          <a:p>
            <a:pPr algn="ctr" rtl="1"/>
            <a:r>
              <a:rPr lang="ar-AE" sz="3200" dirty="0">
                <a:latin typeface="Amiri Quran" panose="00000500000000000000" pitchFamily="2" charset="-78"/>
                <a:cs typeface="Amiri Quran" panose="00000500000000000000" pitchFamily="2" charset="-78"/>
              </a:rPr>
              <a:t>وَلَكِنَّ أَكْثَرَ النَّاسِ لَا يَعْلَمُونَ، يَعْلَمُونَ ظَاهِرًا مِنَ الْحَيَاةِ الدُّنْيَا وَهُمْ عَنِ الْآخِرَةِ هُمْ</a:t>
            </a:r>
          </a:p>
          <a:p>
            <a:pPr algn="ctr" rtl="1"/>
            <a:endParaRPr lang="ar-AE" sz="3200" dirty="0">
              <a:latin typeface="Amiri Quran" panose="00000500000000000000" pitchFamily="2" charset="-78"/>
              <a:cs typeface="Amiri Quran" panose="00000500000000000000" pitchFamily="2" charset="-78"/>
            </a:endParaRPr>
          </a:p>
          <a:p>
            <a:pPr algn="ctr" rtl="1"/>
            <a:r>
              <a:rPr lang="ar-AE" sz="3200" dirty="0">
                <a:latin typeface="Amiri Quran" panose="00000500000000000000" pitchFamily="2" charset="-78"/>
                <a:cs typeface="Amiri Quran" panose="00000500000000000000" pitchFamily="2" charset="-78"/>
              </a:rPr>
              <a:t> غَافِلُونَ </a:t>
            </a:r>
            <a:r>
              <a:rPr lang="ar-AE" dirty="0">
                <a:latin typeface="Amiri Quran" panose="00000500000000000000" pitchFamily="2" charset="-78"/>
                <a:cs typeface="Amiri Quran" panose="00000500000000000000" pitchFamily="2" charset="-78"/>
              </a:rPr>
              <a:t>[الروم: 6-7]</a:t>
            </a:r>
          </a:p>
          <a:p>
            <a:pPr algn="ctr" rtl="1"/>
            <a:endParaRPr lang="ar-AE" sz="3200" dirty="0">
              <a:latin typeface="Amiri Quran" panose="00000500000000000000" pitchFamily="2" charset="-78"/>
              <a:cs typeface="Amiri Quran" panose="00000500000000000000" pitchFamily="2" charset="-78"/>
            </a:endParaRPr>
          </a:p>
          <a:p>
            <a:pPr algn="ctr" rtl="1"/>
            <a:endParaRPr lang="ar-AE" sz="3200" dirty="0">
              <a:latin typeface="Amiri Quran" panose="00000500000000000000" pitchFamily="2" charset="-78"/>
              <a:cs typeface="Amiri Quran" panose="00000500000000000000" pitchFamily="2" charset="-78"/>
            </a:endParaRPr>
          </a:p>
          <a:p>
            <a:pPr algn="ctr" rtl="1"/>
            <a:r>
              <a:rPr lang="ar-AE" sz="3200" dirty="0">
                <a:latin typeface="Amiri Quran" panose="00000500000000000000" pitchFamily="2" charset="-78"/>
                <a:cs typeface="Amiri Quran" panose="00000500000000000000" pitchFamily="2" charset="-78"/>
              </a:rPr>
              <a:t>ونُنْكِرُ إِنْ شِئْنَا عَلَى النّاسِ قَوْلَهُمْ 		ولا يُنْكِرُونَ القَوْلَ حِينَ نَقُولُ</a:t>
            </a:r>
          </a:p>
          <a:p>
            <a:pPr algn="ctr" rtl="1"/>
            <a:endParaRPr lang="ar-AE" sz="3200" dirty="0">
              <a:latin typeface="Amiri Quran" panose="00000500000000000000" pitchFamily="2" charset="-78"/>
              <a:cs typeface="Amiri Quran" panose="000005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1867225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ar-AE" b="1" dirty="0">
                <a:latin typeface="Amiri Quran" panose="00000500000000000000" pitchFamily="2" charset="-78"/>
                <a:cs typeface="Amiri Quran" panose="00000500000000000000" pitchFamily="2" charset="-78"/>
              </a:rPr>
              <a:t>طباق التَّدْبيج</a:t>
            </a:r>
            <a:endParaRPr lang="en-US" b="1" dirty="0">
              <a:latin typeface="Amiri Quran" panose="00000500000000000000" pitchFamily="2" charset="-78"/>
              <a:cs typeface="Amiri Quran" panose="00000500000000000000" pitchFamily="2" charset="-78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39140" y="1981632"/>
            <a:ext cx="10474729" cy="823912"/>
          </a:xfrm>
        </p:spPr>
        <p:txBody>
          <a:bodyPr>
            <a:noAutofit/>
          </a:bodyPr>
          <a:lstStyle/>
          <a:p>
            <a:pPr algn="ctr" rtl="1"/>
            <a:r>
              <a:rPr lang="ar-AE" sz="3200" dirty="0">
                <a:latin typeface="Amiri Quran" panose="00000500000000000000" pitchFamily="2" charset="-78"/>
                <a:cs typeface="Amiri Quran" panose="00000500000000000000" pitchFamily="2" charset="-78"/>
              </a:rPr>
              <a:t>بِأَنَّا نُورِدُ الرّايَاتِ بِيضًا		ونُصْدِرُهُنَّ حُمْرًا قَدْ رَوِينَا</a:t>
            </a:r>
          </a:p>
        </p:txBody>
      </p:sp>
    </p:spTree>
    <p:extLst>
      <p:ext uri="{BB962C8B-B14F-4D97-AF65-F5344CB8AC3E}">
        <p14:creationId xmlns:p14="http://schemas.microsoft.com/office/powerpoint/2010/main" val="22085543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ar-AE" b="1" dirty="0">
                <a:latin typeface="Amiri Quran" panose="00000500000000000000" pitchFamily="2" charset="-78"/>
                <a:cs typeface="Amiri Quran" panose="00000500000000000000" pitchFamily="2" charset="-78"/>
              </a:rPr>
              <a:t>مقابلة التضادّ</a:t>
            </a:r>
            <a:endParaRPr lang="en-US" b="1" dirty="0">
              <a:latin typeface="Amiri Quran" panose="00000500000000000000" pitchFamily="2" charset="-78"/>
              <a:cs typeface="Amiri Quran" panose="00000500000000000000" pitchFamily="2" charset="-78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39140" y="1981632"/>
            <a:ext cx="10474729" cy="823912"/>
          </a:xfrm>
        </p:spPr>
        <p:txBody>
          <a:bodyPr>
            <a:noAutofit/>
          </a:bodyPr>
          <a:lstStyle/>
          <a:p>
            <a:pPr algn="ctr" rtl="1"/>
            <a:r>
              <a:rPr lang="ar-AE" sz="3200" dirty="0">
                <a:latin typeface="Amiri Quran" panose="00000500000000000000" pitchFamily="2" charset="-78"/>
                <a:cs typeface="Amiri Quran" panose="00000500000000000000" pitchFamily="2" charset="-78"/>
              </a:rPr>
              <a:t>ليس لهُ </a:t>
            </a:r>
            <a:r>
              <a:rPr lang="ar-AE" sz="3200" dirty="0">
                <a:solidFill>
                  <a:srgbClr val="FF0000"/>
                </a:solidFill>
                <a:latin typeface="Amiri Quran" panose="00000500000000000000" pitchFamily="2" charset="-78"/>
                <a:cs typeface="Amiri Quran" panose="00000500000000000000" pitchFamily="2" charset="-78"/>
              </a:rPr>
              <a:t>صدِيقٌ في السّرّ </a:t>
            </a:r>
            <a:r>
              <a:rPr lang="ar-AE" sz="3200" dirty="0">
                <a:latin typeface="Amiri Quran" panose="00000500000000000000" pitchFamily="2" charset="-78"/>
                <a:cs typeface="Amiri Quran" panose="00000500000000000000" pitchFamily="2" charset="-78"/>
              </a:rPr>
              <a:t>ولا </a:t>
            </a:r>
            <a:r>
              <a:rPr lang="ar-AE" sz="3200" dirty="0">
                <a:solidFill>
                  <a:srgbClr val="FF0000"/>
                </a:solidFill>
                <a:latin typeface="Amiri Quran" panose="00000500000000000000" pitchFamily="2" charset="-78"/>
                <a:cs typeface="Amiri Quran" panose="00000500000000000000" pitchFamily="2" charset="-78"/>
              </a:rPr>
              <a:t>عَدُوٌّ في العَلانِيَة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690D2532-6975-4AD1-BCC6-A2A77127BC38}"/>
              </a:ext>
            </a:extLst>
          </p:cNvPr>
          <p:cNvSpPr txBox="1">
            <a:spLocks/>
          </p:cNvSpPr>
          <p:nvPr/>
        </p:nvSpPr>
        <p:spPr>
          <a:xfrm>
            <a:off x="739140" y="3228545"/>
            <a:ext cx="10474729" cy="823912"/>
          </a:xfrm>
          <a:prstGeom prst="rect">
            <a:avLst/>
          </a:prstGeom>
        </p:spPr>
        <p:txBody>
          <a:bodyPr vert="horz" lIns="0" tIns="45720" rIns="0" bIns="45720" rtlCol="0"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Wingdings" panose="05000000000000000000" pitchFamily="2" charset="2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1"/>
            <a:r>
              <a:rPr lang="ar-AE" sz="3200" dirty="0">
                <a:latin typeface="Amiri Quran" panose="00000500000000000000" pitchFamily="2" charset="-78"/>
                <a:cs typeface="Amiri Quran" panose="00000500000000000000" pitchFamily="2" charset="-78"/>
              </a:rPr>
              <a:t>فيا عَجَبَا، كيف اتفقنا؟ </a:t>
            </a:r>
            <a:r>
              <a:rPr lang="ar-AE" sz="3200" dirty="0">
                <a:solidFill>
                  <a:srgbClr val="FF0000"/>
                </a:solidFill>
                <a:latin typeface="Amiri Quran" panose="00000500000000000000" pitchFamily="2" charset="-78"/>
                <a:cs typeface="Amiri Quran" panose="00000500000000000000" pitchFamily="2" charset="-78"/>
              </a:rPr>
              <a:t>فناصحٌ	وَفِيّ</a:t>
            </a:r>
            <a:r>
              <a:rPr lang="ar-AE" sz="3200" dirty="0">
                <a:latin typeface="Amiri Quran" panose="00000500000000000000" pitchFamily="2" charset="-78"/>
                <a:cs typeface="Amiri Quran" panose="00000500000000000000" pitchFamily="2" charset="-78"/>
              </a:rPr>
              <a:t>ٌ و</a:t>
            </a:r>
            <a:r>
              <a:rPr lang="ar-AE" sz="3200" dirty="0">
                <a:solidFill>
                  <a:srgbClr val="FF0000"/>
                </a:solidFill>
                <a:latin typeface="Amiri Quran" panose="00000500000000000000" pitchFamily="2" charset="-78"/>
                <a:cs typeface="Amiri Quran" panose="00000500000000000000" pitchFamily="2" charset="-78"/>
              </a:rPr>
              <a:t>مَطْوِيٌّ علَى الغِلِّ غَادِر</a:t>
            </a:r>
            <a:r>
              <a:rPr lang="ar-AE" sz="3200" dirty="0">
                <a:latin typeface="Amiri Quran" panose="00000500000000000000" pitchFamily="2" charset="-78"/>
                <a:cs typeface="Amiri Quran" panose="00000500000000000000" pitchFamily="2" charset="-78"/>
              </a:rPr>
              <a:t>ُ</a:t>
            </a:r>
          </a:p>
        </p:txBody>
      </p:sp>
    </p:spTree>
    <p:extLst>
      <p:ext uri="{BB962C8B-B14F-4D97-AF65-F5344CB8AC3E}">
        <p14:creationId xmlns:p14="http://schemas.microsoft.com/office/powerpoint/2010/main" val="14552897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ar-AE" b="1" dirty="0">
                <a:latin typeface="Amiri Quran" panose="00000500000000000000" pitchFamily="2" charset="-78"/>
                <a:cs typeface="Amiri Quran" panose="00000500000000000000" pitchFamily="2" charset="-78"/>
              </a:rPr>
              <a:t>تمرين في الطباق والمقابلة</a:t>
            </a:r>
            <a:endParaRPr lang="en-US" b="1" dirty="0">
              <a:latin typeface="Amiri Quran" panose="00000500000000000000" pitchFamily="2" charset="-78"/>
              <a:cs typeface="Amiri Quran" panose="00000500000000000000" pitchFamily="2" charset="-78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39140" y="1981632"/>
            <a:ext cx="10474729" cy="823912"/>
          </a:xfrm>
        </p:spPr>
        <p:txBody>
          <a:bodyPr>
            <a:noAutofit/>
          </a:bodyPr>
          <a:lstStyle/>
          <a:p>
            <a:pPr algn="ctr" rtl="1"/>
            <a:r>
              <a:rPr lang="ar-AE" sz="3200" dirty="0">
                <a:latin typeface="Amiri Quran" panose="00000500000000000000" pitchFamily="2" charset="-78"/>
                <a:cs typeface="Amiri Quran" panose="00000500000000000000" pitchFamily="2" charset="-78"/>
              </a:rPr>
              <a:t>سَلِي إِنْ جَهِلْتِ النَّاسَ عَنَّا وَعَنْهُمُ		فَلَيْسَ سَوَاءً عَالِمٌ وَجَهُول</a:t>
            </a:r>
          </a:p>
        </p:txBody>
      </p:sp>
    </p:spTree>
    <p:extLst>
      <p:ext uri="{BB962C8B-B14F-4D97-AF65-F5344CB8AC3E}">
        <p14:creationId xmlns:p14="http://schemas.microsoft.com/office/powerpoint/2010/main" val="36863089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ar-AE" b="1" dirty="0">
                <a:latin typeface="Amiri Quran" panose="00000500000000000000" pitchFamily="2" charset="-78"/>
                <a:cs typeface="Amiri Quran" panose="00000500000000000000" pitchFamily="2" charset="-78"/>
              </a:rPr>
              <a:t>تمرين في الطباق والمقابلة</a:t>
            </a:r>
            <a:endParaRPr lang="en-US" b="1" dirty="0">
              <a:latin typeface="Amiri Quran" panose="00000500000000000000" pitchFamily="2" charset="-78"/>
              <a:cs typeface="Amiri Quran" panose="00000500000000000000" pitchFamily="2" charset="-78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39140" y="1981632"/>
            <a:ext cx="10474729" cy="823912"/>
          </a:xfrm>
        </p:spPr>
        <p:txBody>
          <a:bodyPr>
            <a:noAutofit/>
          </a:bodyPr>
          <a:lstStyle/>
          <a:p>
            <a:pPr algn="ctr" rtl="1"/>
            <a:r>
              <a:rPr lang="ar-AE" sz="3200" dirty="0">
                <a:latin typeface="Amiri Quran" panose="00000500000000000000" pitchFamily="2" charset="-78"/>
                <a:cs typeface="Amiri Quran" panose="00000500000000000000" pitchFamily="2" charset="-78"/>
              </a:rPr>
              <a:t>أَما والذي أبكَى وأضْحَكَ والذي		أماتَ وأحْيَى والذي أمره الأمر</a:t>
            </a:r>
          </a:p>
        </p:txBody>
      </p:sp>
    </p:spTree>
    <p:extLst>
      <p:ext uri="{BB962C8B-B14F-4D97-AF65-F5344CB8AC3E}">
        <p14:creationId xmlns:p14="http://schemas.microsoft.com/office/powerpoint/2010/main" val="30335361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ar-AE" b="1" dirty="0">
                <a:latin typeface="Amiri Quran" panose="00000500000000000000" pitchFamily="2" charset="-78"/>
                <a:cs typeface="Amiri Quran" panose="00000500000000000000" pitchFamily="2" charset="-78"/>
              </a:rPr>
              <a:t>تمرين في الطباق والمقابلة</a:t>
            </a:r>
            <a:endParaRPr lang="en-US" b="1" dirty="0">
              <a:latin typeface="Amiri Quran" panose="00000500000000000000" pitchFamily="2" charset="-78"/>
              <a:cs typeface="Amiri Quran" panose="00000500000000000000" pitchFamily="2" charset="-78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39140" y="1981632"/>
            <a:ext cx="10474729" cy="823912"/>
          </a:xfrm>
        </p:spPr>
        <p:txBody>
          <a:bodyPr>
            <a:noAutofit/>
          </a:bodyPr>
          <a:lstStyle/>
          <a:p>
            <a:pPr algn="ctr" rtl="1"/>
            <a:r>
              <a:rPr lang="ar-AE" sz="3200" dirty="0">
                <a:latin typeface="Amiri Quran" panose="00000500000000000000" pitchFamily="2" charset="-78"/>
                <a:cs typeface="Amiri Quran" panose="00000500000000000000" pitchFamily="2" charset="-78"/>
              </a:rPr>
              <a:t>يعلمُ الإنسانُ ما في اليومِ والأمسِ، ولا يعلمُ ما يأتي به الغَدُ</a:t>
            </a:r>
          </a:p>
        </p:txBody>
      </p:sp>
    </p:spTree>
    <p:extLst>
      <p:ext uri="{BB962C8B-B14F-4D97-AF65-F5344CB8AC3E}">
        <p14:creationId xmlns:p14="http://schemas.microsoft.com/office/powerpoint/2010/main" val="9903042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ar-AE" b="1" dirty="0">
                <a:latin typeface="Amiri Quran" panose="00000500000000000000" pitchFamily="2" charset="-78"/>
                <a:cs typeface="Amiri Quran" panose="00000500000000000000" pitchFamily="2" charset="-78"/>
              </a:rPr>
              <a:t>تمرين في الطباق والمقابلة</a:t>
            </a:r>
            <a:endParaRPr lang="en-US" b="1" dirty="0">
              <a:latin typeface="Amiri Quran" panose="00000500000000000000" pitchFamily="2" charset="-78"/>
              <a:cs typeface="Amiri Quran" panose="00000500000000000000" pitchFamily="2" charset="-78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39140" y="1981632"/>
            <a:ext cx="10474729" cy="823912"/>
          </a:xfrm>
        </p:spPr>
        <p:txBody>
          <a:bodyPr>
            <a:noAutofit/>
          </a:bodyPr>
          <a:lstStyle/>
          <a:p>
            <a:pPr algn="ctr" rtl="1"/>
            <a:r>
              <a:rPr lang="ar-AE" sz="3200" dirty="0">
                <a:latin typeface="Amiri Quran" panose="00000500000000000000" pitchFamily="2" charset="-78"/>
                <a:cs typeface="Amiri Quran" panose="00000500000000000000" pitchFamily="2" charset="-78"/>
              </a:rPr>
              <a:t>وَباسِطُ خَيْرٍ فيكُمُ بِيَمِينِهِ		وَقَابِضُ شَرٍّ عَنْكُمُ بِشِمالِهِ</a:t>
            </a:r>
          </a:p>
        </p:txBody>
      </p:sp>
    </p:spTree>
    <p:extLst>
      <p:ext uri="{BB962C8B-B14F-4D97-AF65-F5344CB8AC3E}">
        <p14:creationId xmlns:p14="http://schemas.microsoft.com/office/powerpoint/2010/main" val="15917361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ar-AE" dirty="0">
                <a:latin typeface="Amiri Quran" panose="00000500000000000000" pitchFamily="2" charset="-78"/>
                <a:cs typeface="Amiri Quran" panose="00000500000000000000" pitchFamily="2" charset="-78"/>
              </a:rPr>
              <a:t>علم البديع</a:t>
            </a:r>
            <a:endParaRPr lang="en-US" dirty="0">
              <a:latin typeface="Amiri Quran" panose="00000500000000000000" pitchFamily="2" charset="-78"/>
              <a:cs typeface="Amiri Quran" panose="00000500000000000000" pitchFamily="2" charset="-78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r" rtl="1"/>
            <a:r>
              <a:rPr lang="ar-AE" sz="6000" b="1" dirty="0">
                <a:latin typeface="Amiri Quran" panose="00000500000000000000" pitchFamily="2" charset="-78"/>
                <a:cs typeface="Amiri Quran" panose="00000500000000000000" pitchFamily="2" charset="-78"/>
              </a:rPr>
              <a:t>رد الأعجاز على الصُّدور (التّصْدير)</a:t>
            </a:r>
            <a:endParaRPr lang="en-US" sz="6000" b="1" dirty="0"/>
          </a:p>
        </p:txBody>
      </p:sp>
    </p:spTree>
    <p:extLst>
      <p:ext uri="{BB962C8B-B14F-4D97-AF65-F5344CB8AC3E}">
        <p14:creationId xmlns:p14="http://schemas.microsoft.com/office/powerpoint/2010/main" val="30618018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ar-AE" b="1" dirty="0">
                <a:latin typeface="Amiri Quran" panose="00000500000000000000" pitchFamily="2" charset="-78"/>
                <a:cs typeface="Amiri Quran" panose="00000500000000000000" pitchFamily="2" charset="-78"/>
              </a:rPr>
              <a:t>ردّ الأعجاز على الصدور</a:t>
            </a:r>
            <a:endParaRPr lang="en-US" b="1" dirty="0">
              <a:latin typeface="Amiri Quran" panose="00000500000000000000" pitchFamily="2" charset="-78"/>
              <a:cs typeface="Amiri Quran" panose="00000500000000000000" pitchFamily="2" charset="-78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72391" y="2605088"/>
            <a:ext cx="10474729" cy="823912"/>
          </a:xfrm>
        </p:spPr>
        <p:txBody>
          <a:bodyPr>
            <a:noAutofit/>
          </a:bodyPr>
          <a:lstStyle/>
          <a:p>
            <a:pPr algn="ctr" rtl="1"/>
            <a:r>
              <a:rPr lang="ar-AE" sz="3200" dirty="0">
                <a:latin typeface="Amiri Quran" panose="00000500000000000000" pitchFamily="2" charset="-78"/>
                <a:cs typeface="Amiri Quran" panose="00000500000000000000" pitchFamily="2" charset="-78"/>
              </a:rPr>
              <a:t>سُكران: سكرُ هوى وسكرُ مدامةٍ		أنّى يفيق فتى به سُكران</a:t>
            </a:r>
          </a:p>
          <a:p>
            <a:pPr algn="ctr" rtl="1"/>
            <a:endParaRPr lang="ar-AE" sz="3200" dirty="0">
              <a:latin typeface="Amiri Quran" panose="00000500000000000000" pitchFamily="2" charset="-78"/>
              <a:cs typeface="Amiri Quran" panose="00000500000000000000" pitchFamily="2" charset="-78"/>
            </a:endParaRPr>
          </a:p>
          <a:p>
            <a:pPr algn="ctr" rtl="1"/>
            <a:r>
              <a:rPr lang="ar-AE" dirty="0">
                <a:latin typeface="Amiri Quran" panose="00000500000000000000" pitchFamily="2" charset="-78"/>
                <a:cs typeface="Amiri Quran" panose="00000500000000000000" pitchFamily="2" charset="-78"/>
              </a:rPr>
              <a:t>الخليع الدمشقي [القرن 2-3 هـ]</a:t>
            </a:r>
          </a:p>
        </p:txBody>
      </p:sp>
    </p:spTree>
    <p:extLst>
      <p:ext uri="{BB962C8B-B14F-4D97-AF65-F5344CB8AC3E}">
        <p14:creationId xmlns:p14="http://schemas.microsoft.com/office/powerpoint/2010/main" val="10421536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ar-AE" b="1" dirty="0">
                <a:latin typeface="Amiri Quran" panose="00000500000000000000" pitchFamily="2" charset="-78"/>
                <a:cs typeface="Amiri Quran" panose="00000500000000000000" pitchFamily="2" charset="-78"/>
              </a:rPr>
              <a:t>ردّ الأعجاز على الصدور: نمط 1</a:t>
            </a:r>
            <a:endParaRPr lang="en-US" b="1" dirty="0">
              <a:latin typeface="Amiri Quran" panose="00000500000000000000" pitchFamily="2" charset="-78"/>
              <a:cs typeface="Amiri Quran" panose="00000500000000000000" pitchFamily="2" charset="-78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B2E732F-192B-4462-8E66-066E5FC4D11E}"/>
              </a:ext>
            </a:extLst>
          </p:cNvPr>
          <p:cNvSpPr/>
          <p:nvPr/>
        </p:nvSpPr>
        <p:spPr>
          <a:xfrm>
            <a:off x="1273860" y="2193245"/>
            <a:ext cx="9642762" cy="13158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 rtl="1">
              <a:lnSpc>
                <a:spcPct val="90000"/>
              </a:lnSpc>
            </a:pPr>
            <a:r>
              <a:rPr lang="ar-AE" sz="3200" b="1" dirty="0">
                <a:solidFill>
                  <a:srgbClr val="514843"/>
                </a:solidFill>
                <a:latin typeface="Amiri Quran" panose="00000500000000000000" pitchFamily="2" charset="-78"/>
                <a:cs typeface="Amiri Quran" panose="00000500000000000000" pitchFamily="2" charset="-78"/>
              </a:rPr>
              <a:t>ثَلْبُك أهلَ الفضل قد دلني		أنك منقوص ومثلوبُ</a:t>
            </a:r>
          </a:p>
          <a:p>
            <a:pPr lvl="0" algn="ctr" rtl="1">
              <a:lnSpc>
                <a:spcPct val="90000"/>
              </a:lnSpc>
            </a:pPr>
            <a:endParaRPr lang="ar-AE" sz="3200" b="1" dirty="0">
              <a:solidFill>
                <a:srgbClr val="514843"/>
              </a:solidFill>
              <a:latin typeface="Amiri Quran" panose="00000500000000000000" pitchFamily="2" charset="-78"/>
              <a:cs typeface="Amiri Quran" panose="00000500000000000000" pitchFamily="2" charset="-78"/>
            </a:endParaRPr>
          </a:p>
          <a:p>
            <a:pPr lvl="0" algn="ctr" rtl="1">
              <a:lnSpc>
                <a:spcPct val="90000"/>
              </a:lnSpc>
            </a:pPr>
            <a:r>
              <a:rPr lang="ar-AE" sz="2400" b="1" dirty="0">
                <a:solidFill>
                  <a:srgbClr val="514843"/>
                </a:solidFill>
                <a:latin typeface="Amiri Quran" panose="00000500000000000000" pitchFamily="2" charset="-78"/>
                <a:cs typeface="Amiri Quran" panose="00000500000000000000" pitchFamily="2" charset="-78"/>
              </a:rPr>
              <a:t>أبو الفتح البُستِيّ</a:t>
            </a:r>
            <a:endParaRPr lang="en-IL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F2FADFA-9C45-40F7-8FE8-2F692F5E719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1410220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ar-AE" b="1" dirty="0">
                <a:latin typeface="Amiri Quran" panose="00000500000000000000" pitchFamily="2" charset="-78"/>
                <a:cs typeface="Amiri Quran" panose="00000500000000000000" pitchFamily="2" charset="-78"/>
              </a:rPr>
              <a:t>ردّ الأعجاز على الصدور: نمط 2</a:t>
            </a:r>
            <a:endParaRPr lang="en-US" b="1" dirty="0">
              <a:latin typeface="Amiri Quran" panose="00000500000000000000" pitchFamily="2" charset="-78"/>
              <a:cs typeface="Amiri Quran" panose="00000500000000000000" pitchFamily="2" charset="-78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B2E732F-192B-4462-8E66-066E5FC4D11E}"/>
              </a:ext>
            </a:extLst>
          </p:cNvPr>
          <p:cNvSpPr/>
          <p:nvPr/>
        </p:nvSpPr>
        <p:spPr>
          <a:xfrm>
            <a:off x="1273860" y="2193245"/>
            <a:ext cx="9642762" cy="13158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 rtl="1">
              <a:lnSpc>
                <a:spcPct val="90000"/>
              </a:lnSpc>
            </a:pPr>
            <a:r>
              <a:rPr lang="ar-AE" sz="3200" b="1" dirty="0">
                <a:solidFill>
                  <a:srgbClr val="514843"/>
                </a:solidFill>
                <a:latin typeface="Amiri Quran" panose="00000500000000000000" pitchFamily="2" charset="-78"/>
                <a:cs typeface="Amiri Quran" panose="00000500000000000000" pitchFamily="2" charset="-78"/>
              </a:rPr>
              <a:t>أمّا القبورُ فإنهن أوانسٌ		بجوارِ قبرِكَ والديارُ قُبورُ</a:t>
            </a:r>
          </a:p>
          <a:p>
            <a:pPr lvl="0" algn="ctr" rtl="1">
              <a:lnSpc>
                <a:spcPct val="90000"/>
              </a:lnSpc>
            </a:pPr>
            <a:endParaRPr lang="ar-AE" sz="3200" b="1" dirty="0">
              <a:solidFill>
                <a:srgbClr val="514843"/>
              </a:solidFill>
              <a:latin typeface="Amiri Quran" panose="00000500000000000000" pitchFamily="2" charset="-78"/>
              <a:cs typeface="Amiri Quran" panose="00000500000000000000" pitchFamily="2" charset="-78"/>
            </a:endParaRPr>
          </a:p>
          <a:p>
            <a:pPr lvl="0" algn="ctr" rtl="1">
              <a:lnSpc>
                <a:spcPct val="90000"/>
              </a:lnSpc>
            </a:pPr>
            <a:r>
              <a:rPr lang="ar-AE" sz="2400" b="1" dirty="0">
                <a:solidFill>
                  <a:srgbClr val="514843"/>
                </a:solidFill>
                <a:latin typeface="Amiri Quran" panose="00000500000000000000" pitchFamily="2" charset="-78"/>
                <a:cs typeface="Amiri Quran" panose="00000500000000000000" pitchFamily="2" charset="-78"/>
              </a:rPr>
              <a:t>الحارثة بن بَدْر الغُدانِيّ [مخضرم]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549692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ar-AE" b="1" dirty="0">
                <a:latin typeface="Amiri Quran" panose="00000500000000000000" pitchFamily="2" charset="-78"/>
                <a:cs typeface="Amiri Quran" panose="00000500000000000000" pitchFamily="2" charset="-78"/>
              </a:rPr>
              <a:t>ردّ الأعجاز على الصدور: نمط 3</a:t>
            </a:r>
            <a:endParaRPr lang="en-US" b="1" dirty="0">
              <a:latin typeface="Amiri Quran" panose="00000500000000000000" pitchFamily="2" charset="-78"/>
              <a:cs typeface="Amiri Quran" panose="00000500000000000000" pitchFamily="2" charset="-78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B2E732F-192B-4462-8E66-066E5FC4D11E}"/>
              </a:ext>
            </a:extLst>
          </p:cNvPr>
          <p:cNvSpPr/>
          <p:nvPr/>
        </p:nvSpPr>
        <p:spPr>
          <a:xfrm>
            <a:off x="997527" y="2193245"/>
            <a:ext cx="9919095" cy="12280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 rtl="1">
              <a:lnSpc>
                <a:spcPct val="90000"/>
              </a:lnSpc>
            </a:pPr>
            <a:r>
              <a:rPr lang="ar-AE" sz="3200" b="1" dirty="0">
                <a:solidFill>
                  <a:srgbClr val="514843"/>
                </a:solidFill>
                <a:latin typeface="Amiri Quran" panose="00000500000000000000" pitchFamily="2" charset="-78"/>
                <a:cs typeface="Amiri Quran" panose="00000500000000000000" pitchFamily="2" charset="-78"/>
              </a:rPr>
              <a:t>ومَن كان بالبِيضِ الكواعبِ مُغْرَمًا		فما زلتُ بالبِيض </a:t>
            </a:r>
            <a:r>
              <a:rPr lang="ar-AE" sz="3200" b="1" dirty="0" err="1">
                <a:solidFill>
                  <a:srgbClr val="514843"/>
                </a:solidFill>
                <a:latin typeface="Amiri Quran" panose="00000500000000000000" pitchFamily="2" charset="-78"/>
                <a:cs typeface="Amiri Quran" panose="00000500000000000000" pitchFamily="2" charset="-78"/>
              </a:rPr>
              <a:t>القواضِبِ</a:t>
            </a:r>
            <a:r>
              <a:rPr lang="ar-AE" sz="3200" b="1" dirty="0">
                <a:solidFill>
                  <a:srgbClr val="514843"/>
                </a:solidFill>
                <a:latin typeface="Amiri Quran" panose="00000500000000000000" pitchFamily="2" charset="-78"/>
                <a:cs typeface="Amiri Quran" panose="00000500000000000000" pitchFamily="2" charset="-78"/>
              </a:rPr>
              <a:t> مُغرمًا</a:t>
            </a:r>
          </a:p>
          <a:p>
            <a:pPr lvl="0" algn="ctr" rtl="1">
              <a:lnSpc>
                <a:spcPct val="90000"/>
              </a:lnSpc>
            </a:pPr>
            <a:endParaRPr lang="ar-AE" sz="3200" b="1" dirty="0">
              <a:solidFill>
                <a:srgbClr val="514843"/>
              </a:solidFill>
              <a:latin typeface="Amiri Quran" panose="00000500000000000000" pitchFamily="2" charset="-78"/>
              <a:cs typeface="Amiri Quran" panose="00000500000000000000" pitchFamily="2" charset="-78"/>
            </a:endParaRPr>
          </a:p>
          <a:p>
            <a:pPr lvl="0" algn="ctr" rtl="1">
              <a:lnSpc>
                <a:spcPct val="90000"/>
              </a:lnSpc>
            </a:pP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12434863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ar-AE" b="1" dirty="0">
                <a:latin typeface="Amiri Quran" panose="00000500000000000000" pitchFamily="2" charset="-78"/>
                <a:cs typeface="Amiri Quran" panose="00000500000000000000" pitchFamily="2" charset="-78"/>
              </a:rPr>
              <a:t>ردّ الأعجاز على الصدور: نمط 4</a:t>
            </a:r>
            <a:endParaRPr lang="en-US" b="1" dirty="0">
              <a:latin typeface="Amiri Quran" panose="00000500000000000000" pitchFamily="2" charset="-78"/>
              <a:cs typeface="Amiri Quran" panose="00000500000000000000" pitchFamily="2" charset="-78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B2E732F-192B-4462-8E66-066E5FC4D11E}"/>
              </a:ext>
            </a:extLst>
          </p:cNvPr>
          <p:cNvSpPr/>
          <p:nvPr/>
        </p:nvSpPr>
        <p:spPr>
          <a:xfrm>
            <a:off x="997527" y="2193245"/>
            <a:ext cx="9919095" cy="12050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 rtl="1">
              <a:lnSpc>
                <a:spcPct val="90000"/>
              </a:lnSpc>
            </a:pPr>
            <a:r>
              <a:rPr lang="ar-AE" sz="3200" b="1" dirty="0">
                <a:solidFill>
                  <a:srgbClr val="514843"/>
                </a:solidFill>
                <a:latin typeface="Amiri Quran" panose="00000500000000000000" pitchFamily="2" charset="-78"/>
                <a:cs typeface="Amiri Quran" panose="00000500000000000000" pitchFamily="2" charset="-78"/>
              </a:rPr>
              <a:t>وإنْ لم يكنْ إلاّ مُعَرَّجُ ساعةٍ		قليلاً فإنّي نافعٌ لِي قَليلُها</a:t>
            </a:r>
          </a:p>
          <a:p>
            <a:pPr lvl="0" algn="ctr" rtl="1">
              <a:lnSpc>
                <a:spcPct val="90000"/>
              </a:lnSpc>
            </a:pPr>
            <a:endParaRPr lang="ar-AE" sz="2400" b="1" dirty="0">
              <a:solidFill>
                <a:srgbClr val="514843"/>
              </a:solidFill>
              <a:latin typeface="Amiri Quran" panose="00000500000000000000" pitchFamily="2" charset="-78"/>
              <a:cs typeface="Amiri Quran" panose="00000500000000000000" pitchFamily="2" charset="-78"/>
            </a:endParaRPr>
          </a:p>
          <a:p>
            <a:pPr lvl="0" algn="ctr" rtl="1">
              <a:lnSpc>
                <a:spcPct val="90000"/>
              </a:lnSpc>
            </a:pPr>
            <a:r>
              <a:rPr lang="ar-AE" sz="2400" b="1" dirty="0">
                <a:solidFill>
                  <a:srgbClr val="514843"/>
                </a:solidFill>
                <a:latin typeface="Amiri Quran" panose="00000500000000000000" pitchFamily="2" charset="-78"/>
                <a:cs typeface="Amiri Quran" panose="00000500000000000000" pitchFamily="2" charset="-78"/>
              </a:rPr>
              <a:t>ذو الرُّمَّة [أمويّ]</a:t>
            </a:r>
            <a:endParaRPr lang="en-IL" sz="1400" dirty="0"/>
          </a:p>
        </p:txBody>
      </p:sp>
    </p:spTree>
    <p:extLst>
      <p:ext uri="{BB962C8B-B14F-4D97-AF65-F5344CB8AC3E}">
        <p14:creationId xmlns:p14="http://schemas.microsoft.com/office/powerpoint/2010/main" val="5877397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ar-AE" b="1" dirty="0">
                <a:latin typeface="Amiri Quran" panose="00000500000000000000" pitchFamily="2" charset="-78"/>
                <a:cs typeface="Amiri Quran" panose="00000500000000000000" pitchFamily="2" charset="-78"/>
              </a:rPr>
              <a:t>تمرين في ردّ الأعجاز على الصدور</a:t>
            </a:r>
            <a:endParaRPr lang="en-US" b="1" dirty="0">
              <a:latin typeface="Amiri Quran" panose="00000500000000000000" pitchFamily="2" charset="-78"/>
              <a:cs typeface="Amiri Quran" panose="00000500000000000000" pitchFamily="2" charset="-78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B2E732F-192B-4462-8E66-066E5FC4D11E}"/>
              </a:ext>
            </a:extLst>
          </p:cNvPr>
          <p:cNvSpPr/>
          <p:nvPr/>
        </p:nvSpPr>
        <p:spPr>
          <a:xfrm>
            <a:off x="997527" y="2193245"/>
            <a:ext cx="9919095" cy="8771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 rtl="1">
              <a:lnSpc>
                <a:spcPct val="90000"/>
              </a:lnSpc>
            </a:pPr>
            <a:r>
              <a:rPr lang="ar-AE" sz="3200" b="1" dirty="0">
                <a:solidFill>
                  <a:srgbClr val="514843"/>
                </a:solidFill>
                <a:latin typeface="Amiri Quran" panose="00000500000000000000" pitchFamily="2" charset="-78"/>
                <a:cs typeface="Amiri Quran" panose="00000500000000000000" pitchFamily="2" charset="-78"/>
              </a:rPr>
              <a:t> وقد كانتِ البِيضُ البَواتِرُ في الوغى		بواتِرَ فهْيَ الآنَ مِنْ بَعْدِهِ بُتْرُ</a:t>
            </a:r>
          </a:p>
          <a:p>
            <a:pPr lvl="0" algn="ctr" rtl="1">
              <a:lnSpc>
                <a:spcPct val="90000"/>
              </a:lnSpc>
            </a:pPr>
            <a:endParaRPr lang="ar-AE" sz="2400" b="1" dirty="0">
              <a:solidFill>
                <a:srgbClr val="514843"/>
              </a:solidFill>
              <a:latin typeface="Amiri Quran" panose="00000500000000000000" pitchFamily="2" charset="-78"/>
              <a:cs typeface="Amiri Quran" panose="00000500000000000000" pitchFamily="2" charset="-78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37AD080-4FA6-4294-B3B5-A726EFBE0408}"/>
              </a:ext>
            </a:extLst>
          </p:cNvPr>
          <p:cNvSpPr/>
          <p:nvPr/>
        </p:nvSpPr>
        <p:spPr>
          <a:xfrm>
            <a:off x="997527" y="3431871"/>
            <a:ext cx="9919095" cy="5478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 rtl="1">
              <a:lnSpc>
                <a:spcPct val="90000"/>
              </a:lnSpc>
            </a:pPr>
            <a:r>
              <a:rPr lang="ar-AE" sz="3200" b="1" dirty="0">
                <a:solidFill>
                  <a:srgbClr val="514843"/>
                </a:solidFill>
                <a:latin typeface="Amiri Quran" panose="00000500000000000000" pitchFamily="2" charset="-78"/>
                <a:cs typeface="Amiri Quran" panose="00000500000000000000" pitchFamily="2" charset="-78"/>
              </a:rPr>
              <a:t> ففعلكُ إن سُئلتَ لَنَا مُطِيعٌ		 	وقولُك إن سألت لنا مُطاعُ</a:t>
            </a:r>
            <a:endParaRPr lang="ar-AE" sz="2400" b="1" dirty="0">
              <a:solidFill>
                <a:srgbClr val="514843"/>
              </a:solidFill>
              <a:latin typeface="Amiri Quran" panose="00000500000000000000" pitchFamily="2" charset="-78"/>
              <a:cs typeface="Amiri Quran" panose="00000500000000000000" pitchFamily="2" charset="-78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5124038-E961-46E0-B4E6-13120F9BD209}"/>
              </a:ext>
            </a:extLst>
          </p:cNvPr>
          <p:cNvSpPr/>
          <p:nvPr/>
        </p:nvSpPr>
        <p:spPr>
          <a:xfrm>
            <a:off x="1188719" y="4421394"/>
            <a:ext cx="9279015" cy="5478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 rtl="1">
              <a:lnSpc>
                <a:spcPct val="90000"/>
              </a:lnSpc>
            </a:pPr>
            <a:r>
              <a:rPr lang="ar-AE" sz="3200" b="1" dirty="0">
                <a:solidFill>
                  <a:srgbClr val="514843"/>
                </a:solidFill>
                <a:latin typeface="Amiri Quran" panose="00000500000000000000" pitchFamily="2" charset="-78"/>
                <a:cs typeface="Amiri Quran" panose="00000500000000000000" pitchFamily="2" charset="-78"/>
              </a:rPr>
              <a:t>وما إِنْ شِبْتُ من كِبَرٍ ولكنْ		لقيتُ من الأحبةِ ما أشابَا</a:t>
            </a:r>
            <a:endParaRPr lang="ar-AE" sz="2400" b="1" dirty="0">
              <a:solidFill>
                <a:srgbClr val="514843"/>
              </a:solidFill>
              <a:latin typeface="Amiri Quran" panose="00000500000000000000" pitchFamily="2" charset="-78"/>
              <a:cs typeface="Amiri Quran" panose="00000500000000000000" pitchFamily="2" charset="-78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10F6FCA-3EC9-461C-A867-091AECB60703}"/>
              </a:ext>
            </a:extLst>
          </p:cNvPr>
          <p:cNvSpPr/>
          <p:nvPr/>
        </p:nvSpPr>
        <p:spPr>
          <a:xfrm>
            <a:off x="1188719" y="5018444"/>
            <a:ext cx="9279014" cy="14342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 rtl="1">
              <a:lnSpc>
                <a:spcPct val="90000"/>
              </a:lnSpc>
            </a:pPr>
            <a:endParaRPr lang="ar-AE" sz="3200" b="1" dirty="0">
              <a:solidFill>
                <a:srgbClr val="514843"/>
              </a:solidFill>
              <a:latin typeface="Amiri Quran" panose="00000500000000000000" pitchFamily="2" charset="-78"/>
              <a:cs typeface="Amiri Quran" panose="00000500000000000000" pitchFamily="2" charset="-78"/>
            </a:endParaRPr>
          </a:p>
          <a:p>
            <a:pPr lvl="0" algn="ctr" rtl="1">
              <a:lnSpc>
                <a:spcPct val="90000"/>
              </a:lnSpc>
            </a:pPr>
            <a:r>
              <a:rPr lang="ar-AE" sz="3200" b="1" dirty="0">
                <a:solidFill>
                  <a:srgbClr val="514843"/>
                </a:solidFill>
                <a:latin typeface="Amiri Quran" panose="00000500000000000000" pitchFamily="2" charset="-78"/>
                <a:cs typeface="Amiri Quran" panose="00000500000000000000" pitchFamily="2" charset="-78"/>
              </a:rPr>
              <a:t>لعمري لقد كان الثريا مكانَهُ		ثراءً، فأضحى الآن مثواهُ في الثرى</a:t>
            </a:r>
          </a:p>
          <a:p>
            <a:pPr lvl="0" algn="ctr" rtl="1">
              <a:lnSpc>
                <a:spcPct val="90000"/>
              </a:lnSpc>
            </a:pPr>
            <a:endParaRPr lang="ar-AE" sz="3200" b="1" dirty="0">
              <a:solidFill>
                <a:srgbClr val="514843"/>
              </a:solidFill>
              <a:latin typeface="Amiri Quran" panose="00000500000000000000" pitchFamily="2" charset="-78"/>
              <a:cs typeface="Amiri Quran" panose="000005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40538861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8" grpId="0"/>
      <p:bldP spid="16" grpId="0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003801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br>
              <a:rPr lang="en-US" dirty="0">
                <a:latin typeface="Amiri Quran" panose="00000500000000000000" pitchFamily="2" charset="-78"/>
                <a:cs typeface="Amiri Quran" panose="00000500000000000000" pitchFamily="2" charset="-78"/>
              </a:rPr>
            </a:br>
            <a:r>
              <a:rPr lang="ar-AE" dirty="0">
                <a:latin typeface="Amiri Quran" panose="00000500000000000000" pitchFamily="2" charset="-78"/>
                <a:cs typeface="Amiri Quran" panose="00000500000000000000" pitchFamily="2" charset="-78"/>
              </a:rPr>
              <a:t>شكرًا جزيلًا</a:t>
            </a:r>
          </a:p>
        </p:txBody>
      </p:sp>
    </p:spTree>
    <p:extLst>
      <p:ext uri="{BB962C8B-B14F-4D97-AF65-F5344CB8AC3E}">
        <p14:creationId xmlns:p14="http://schemas.microsoft.com/office/powerpoint/2010/main" val="1328843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Academic Literature 16x9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F03431380.potx" id="{B573BD99-E105-4D2A-964B-B901A176567A}" vid="{B1D363B9-18DE-4874-9E2B-FD69B5C6548D}"/>
    </a:ext>
  </a:extLst>
</a:theme>
</file>

<file path=ppt/theme/theme2.xml><?xml version="1.0" encoding="utf-8"?>
<a:theme xmlns:a="http://schemas.openxmlformats.org/drawingml/2006/main" name="Office Theme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6EDDDB5EE6D98C44930B742096920B300400F5B6D36B3EF94B4E9A635CDF2A18F5B8" ma:contentTypeVersion="72" ma:contentTypeDescription="Create a new document." ma:contentTypeScope="" ma:versionID="a23e56308344d904b51738559c3d67c9">
  <xsd:schema xmlns:xsd="http://www.w3.org/2001/XMLSchema" xmlns:xs="http://www.w3.org/2001/XMLSchema" xmlns:p="http://schemas.microsoft.com/office/2006/metadata/properties" xmlns:ns2="4873beb7-5857-4685-be1f-d57550cc96cc" targetNamespace="http://schemas.microsoft.com/office/2006/metadata/properties" ma:root="true" ma:fieldsID="cd0908cc4600e77bf5da051303e00c8d" ns2:_="">
    <xsd:import namespace="4873beb7-5857-4685-be1f-d57550cc96cc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73beb7-5857-4685-be1f-d57550cc96cc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8:00:00Z" ma:format="DateTime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1df42cc3-2301-4f11-a52a-6ead923c29ed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2FBD1B11-2ACE-4FDC-B5A3-635D4ADF6F1B}" ma:internalName="CSXSubmissionMarket" ma:readOnly="false" ma:showField="MarketName" ma:web="4873beb7-5857-4685-be1f-d57550cc96cc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7fc0d542-15c6-4882-a8e3-13bca44403fb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9E343742-310B-4684-A24C-1D137CB4B230}" ma:internalName="InProjectListLookup" ma:readOnly="true" ma:showField="InProjectLis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1490b8a4-2706-41ec-b5e3-73176dccf34e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9E343742-310B-4684-A24C-1D137CB4B230}" ma:internalName="LastCompleteVersionLookup" ma:readOnly="true" ma:showField="LastComplete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9E343742-310B-4684-A24C-1D137CB4B230}" ma:internalName="LastPreviewErrorLookup" ma:readOnly="true" ma:showField="LastPreview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9E343742-310B-4684-A24C-1D137CB4B230}" ma:internalName="LastPreviewResultLookup" ma:readOnly="true" ma:showField="LastPreview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9E343742-310B-4684-A24C-1D137CB4B230}" ma:internalName="LastPreviewAttemptDateLookup" ma:readOnly="true" ma:showField="LastPreview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9E343742-310B-4684-A24C-1D137CB4B230}" ma:internalName="LastPreviewedByLookup" ma:readOnly="true" ma:showField="LastPreview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9E343742-310B-4684-A24C-1D137CB4B230}" ma:internalName="LastPreviewTimeLookup" ma:readOnly="true" ma:showField="LastPreview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9E343742-310B-4684-A24C-1D137CB4B230}" ma:internalName="LastPreviewVersionLookup" ma:readOnly="true" ma:showField="LastPreview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9E343742-310B-4684-A24C-1D137CB4B230}" ma:internalName="LastPublishErrorLookup" ma:readOnly="true" ma:showField="LastPublish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9E343742-310B-4684-A24C-1D137CB4B230}" ma:internalName="LastPublishResultLookup" ma:readOnly="true" ma:showField="LastPublish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9E343742-310B-4684-A24C-1D137CB4B230}" ma:internalName="LastPublishAttemptDateLookup" ma:readOnly="true" ma:showField="LastPublish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9E343742-310B-4684-A24C-1D137CB4B230}" ma:internalName="LastPublishedByLookup" ma:readOnly="true" ma:showField="LastPublish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9E343742-310B-4684-A24C-1D137CB4B230}" ma:internalName="LastPublishTimeLookup" ma:readOnly="true" ma:showField="LastPublish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9E343742-310B-4684-A24C-1D137CB4B230}" ma:internalName="LastPublishVersionLookup" ma:readOnly="true" ma:showField="LastPublish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7DD1DCEC-E449-43D3-891F-7DC62F62AD21}" ma:internalName="LocLastLocAttemptVersionLookup" ma:readOnly="false" ma:showField="LastLocAttemptVersion" ma:web="4873beb7-5857-4685-be1f-d57550cc96cc">
      <xsd:simpleType>
        <xsd:restriction base="dms:Lookup"/>
      </xsd:simpleType>
    </xsd:element>
    <xsd:element name="LocLastLocAttemptVersionTypeLookup" ma:index="72" nillable="true" ma:displayName="Loc Last Loc Attempt Version Type" ma:default="" ma:list="{7DD1DCEC-E449-43D3-891F-7DC62F62AD21}" ma:internalName="LocLastLocAttemptVersionTypeLookup" ma:readOnly="true" ma:showField="LastLocAttemptVersionType" ma:web="4873beb7-5857-4685-be1f-d57550cc96cc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7DD1DCEC-E449-43D3-891F-7DC62F62AD21}" ma:internalName="LocNewPublishedVersionLookup" ma:readOnly="true" ma:showField="NewPublishedVersion" ma:web="4873beb7-5857-4685-be1f-d57550cc96cc">
      <xsd:simpleType>
        <xsd:restriction base="dms:Lookup"/>
      </xsd:simpleType>
    </xsd:element>
    <xsd:element name="LocOverallHandbackStatusLookup" ma:index="76" nillable="true" ma:displayName="Loc Overall Handback Status" ma:default="" ma:list="{7DD1DCEC-E449-43D3-891F-7DC62F62AD21}" ma:internalName="LocOverallHandbackStatusLookup" ma:readOnly="true" ma:showField="OverallHandbackStatus" ma:web="4873beb7-5857-4685-be1f-d57550cc96cc">
      <xsd:simpleType>
        <xsd:restriction base="dms:Lookup"/>
      </xsd:simpleType>
    </xsd:element>
    <xsd:element name="LocOverallLocStatusLookup" ma:index="77" nillable="true" ma:displayName="Loc Overall Localize Status" ma:default="" ma:list="{7DD1DCEC-E449-43D3-891F-7DC62F62AD21}" ma:internalName="LocOverallLocStatusLookup" ma:readOnly="true" ma:showField="OverallLocStatus" ma:web="4873beb7-5857-4685-be1f-d57550cc96cc">
      <xsd:simpleType>
        <xsd:restriction base="dms:Lookup"/>
      </xsd:simpleType>
    </xsd:element>
    <xsd:element name="LocOverallPreviewStatusLookup" ma:index="78" nillable="true" ma:displayName="Loc Overall Preview Status" ma:default="" ma:list="{7DD1DCEC-E449-43D3-891F-7DC62F62AD21}" ma:internalName="LocOverallPreviewStatusLookup" ma:readOnly="true" ma:showField="OverallPreviewStatus" ma:web="4873beb7-5857-4685-be1f-d57550cc96cc">
      <xsd:simpleType>
        <xsd:restriction base="dms:Lookup"/>
      </xsd:simpleType>
    </xsd:element>
    <xsd:element name="LocOverallPublishStatusLookup" ma:index="79" nillable="true" ma:displayName="Loc Overall Publish Status" ma:default="" ma:list="{7DD1DCEC-E449-43D3-891F-7DC62F62AD21}" ma:internalName="LocOverallPublishStatusLookup" ma:readOnly="true" ma:showField="OverallPublishStatus" ma:web="4873beb7-5857-4685-be1f-d57550cc96cc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7DD1DCEC-E449-43D3-891F-7DC62F62AD21}" ma:internalName="LocProcessedForHandoffsLookup" ma:readOnly="true" ma:showField="ProcessedForHandoffs" ma:web="4873beb7-5857-4685-be1f-d57550cc96cc">
      <xsd:simpleType>
        <xsd:restriction base="dms:Lookup"/>
      </xsd:simpleType>
    </xsd:element>
    <xsd:element name="LocProcessedForMarketsLookup" ma:index="82" nillable="true" ma:displayName="Loc Processed For Markets" ma:default="" ma:list="{7DD1DCEC-E449-43D3-891F-7DC62F62AD21}" ma:internalName="LocProcessedForMarketsLookup" ma:readOnly="true" ma:showField="ProcessedForMarkets" ma:web="4873beb7-5857-4685-be1f-d57550cc96cc">
      <xsd:simpleType>
        <xsd:restriction base="dms:Lookup"/>
      </xsd:simpleType>
    </xsd:element>
    <xsd:element name="LocPublishedDependentAssetsLookup" ma:index="83" nillable="true" ma:displayName="Loc Published Dependent Assets" ma:default="" ma:list="{7DD1DCEC-E449-43D3-891F-7DC62F62AD21}" ma:internalName="LocPublishedDependentAssetsLookup" ma:readOnly="true" ma:showField="PublishedDependentAssets" ma:web="4873beb7-5857-4685-be1f-d57550cc96cc">
      <xsd:simpleType>
        <xsd:restriction base="dms:Lookup"/>
      </xsd:simpleType>
    </xsd:element>
    <xsd:element name="LocPublishedLinkedAssetsLookup" ma:index="84" nillable="true" ma:displayName="Loc Published Linked Assets" ma:default="" ma:list="{7DD1DCEC-E449-43D3-891F-7DC62F62AD21}" ma:internalName="LocPublishedLinkedAssetsLookup" ma:readOnly="true" ma:showField="PublishedLinkedAssets" ma:web="4873beb7-5857-4685-be1f-d57550cc96cc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00f02cb3-2c7c-424a-9c61-10e9b6878429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2FBD1B11-2ACE-4FDC-B5A3-635D4ADF6F1B}" ma:internalName="Markets" ma:readOnly="false" ma:showField="MarketNa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9E343742-310B-4684-A24C-1D137CB4B230}" ma:internalName="NumOfRatingsLookup" ma:readOnly="true" ma:showField="NumOfRating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9E343742-310B-4684-A24C-1D137CB4B230}" ma:internalName="PublishStatusLookup" ma:readOnly="false" ma:showField="PublishStatu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93aef74d-6c78-4815-8310-51477dceeccc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530f955b-6704-4601-bd83-f81d87f1e440}" ma:internalName="TaxCatchAll" ma:showField="CatchAllData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530f955b-6704-4601-bd83-f81d87f1e440}" ma:internalName="TaxCatchAllLabel" ma:readOnly="true" ma:showField="CatchAllDataLabel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APDescription xmlns="4873beb7-5857-4685-be1f-d57550cc96cc" xsi:nil="true"/>
    <AssetExpire xmlns="4873beb7-5857-4685-be1f-d57550cc96cc">2029-01-01T08:00:00+00:00</AssetExpire>
    <CampaignTagsTaxHTField0 xmlns="4873beb7-5857-4685-be1f-d57550cc96cc">
      <Terms xmlns="http://schemas.microsoft.com/office/infopath/2007/PartnerControls"/>
    </CampaignTagsTaxHTField0>
    <IntlLangReviewDate xmlns="4873beb7-5857-4685-be1f-d57550cc96cc" xsi:nil="true"/>
    <TPFriendlyName xmlns="4873beb7-5857-4685-be1f-d57550cc96cc" xsi:nil="true"/>
    <IntlLangReview xmlns="4873beb7-5857-4685-be1f-d57550cc96cc">false</IntlLangReview>
    <LocLastLocAttemptVersionLookup xmlns="4873beb7-5857-4685-be1f-d57550cc96cc">855024</LocLastLocAttemptVersionLookup>
    <PolicheckWords xmlns="4873beb7-5857-4685-be1f-d57550cc96cc" xsi:nil="true"/>
    <SubmitterId xmlns="4873beb7-5857-4685-be1f-d57550cc96cc" xsi:nil="true"/>
    <AcquiredFrom xmlns="4873beb7-5857-4685-be1f-d57550cc96cc">Internal MS</AcquiredFrom>
    <EditorialStatus xmlns="4873beb7-5857-4685-be1f-d57550cc96cc">Complete</EditorialStatus>
    <Markets xmlns="4873beb7-5857-4685-be1f-d57550cc96cc"/>
    <OriginAsset xmlns="4873beb7-5857-4685-be1f-d57550cc96cc" xsi:nil="true"/>
    <AssetStart xmlns="4873beb7-5857-4685-be1f-d57550cc96cc">2012-08-31T08:50:00+00:00</AssetStart>
    <FriendlyTitle xmlns="4873beb7-5857-4685-be1f-d57550cc96cc" xsi:nil="true"/>
    <MarketSpecific xmlns="4873beb7-5857-4685-be1f-d57550cc96cc">false</MarketSpecific>
    <TPNamespace xmlns="4873beb7-5857-4685-be1f-d57550cc96cc" xsi:nil="true"/>
    <PublishStatusLookup xmlns="4873beb7-5857-4685-be1f-d57550cc96cc">
      <Value>1616423</Value>
    </PublishStatusLookup>
    <APAuthor xmlns="4873beb7-5857-4685-be1f-d57550cc96cc">
      <UserInfo>
        <DisplayName>REDMOND\kristaa</DisplayName>
        <AccountId>136</AccountId>
        <AccountType/>
      </UserInfo>
    </APAuthor>
    <TPCommandLine xmlns="4873beb7-5857-4685-be1f-d57550cc96cc" xsi:nil="true"/>
    <IntlLangReviewer xmlns="4873beb7-5857-4685-be1f-d57550cc96cc" xsi:nil="true"/>
    <OpenTemplate xmlns="4873beb7-5857-4685-be1f-d57550cc96cc">true</OpenTemplate>
    <CSXSubmissionDate xmlns="4873beb7-5857-4685-be1f-d57550cc96cc" xsi:nil="true"/>
    <TaxCatchAll xmlns="4873beb7-5857-4685-be1f-d57550cc96cc"/>
    <Manager xmlns="4873beb7-5857-4685-be1f-d57550cc96cc" xsi:nil="true"/>
    <NumericId xmlns="4873beb7-5857-4685-be1f-d57550cc96cc" xsi:nil="true"/>
    <ParentAssetId xmlns="4873beb7-5857-4685-be1f-d57550cc96cc" xsi:nil="true"/>
    <OriginalSourceMarket xmlns="4873beb7-5857-4685-be1f-d57550cc96cc" xsi:nil="true"/>
    <ApprovalStatus xmlns="4873beb7-5857-4685-be1f-d57550cc96cc">InProgress</ApprovalStatus>
    <TPComponent xmlns="4873beb7-5857-4685-be1f-d57550cc96cc" xsi:nil="true"/>
    <EditorialTags xmlns="4873beb7-5857-4685-be1f-d57550cc96cc" xsi:nil="true"/>
    <TPExecutable xmlns="4873beb7-5857-4685-be1f-d57550cc96cc" xsi:nil="true"/>
    <TPLaunchHelpLink xmlns="4873beb7-5857-4685-be1f-d57550cc96cc" xsi:nil="true"/>
    <LocComments xmlns="4873beb7-5857-4685-be1f-d57550cc96cc" xsi:nil="true"/>
    <LocRecommendedHandoff xmlns="4873beb7-5857-4685-be1f-d57550cc96cc" xsi:nil="true"/>
    <SourceTitle xmlns="4873beb7-5857-4685-be1f-d57550cc96cc" xsi:nil="true"/>
    <CSXUpdate xmlns="4873beb7-5857-4685-be1f-d57550cc96cc">false</CSXUpdate>
    <IntlLocPriority xmlns="4873beb7-5857-4685-be1f-d57550cc96cc" xsi:nil="true"/>
    <UAProjectedTotalWords xmlns="4873beb7-5857-4685-be1f-d57550cc96cc" xsi:nil="true"/>
    <AssetType xmlns="4873beb7-5857-4685-be1f-d57550cc96cc">TP</AssetType>
    <MachineTranslated xmlns="4873beb7-5857-4685-be1f-d57550cc96cc">false</MachineTranslated>
    <OutputCachingOn xmlns="4873beb7-5857-4685-be1f-d57550cc96cc">false</OutputCachingOn>
    <TemplateStatus xmlns="4873beb7-5857-4685-be1f-d57550cc96cc">Complete</TemplateStatus>
    <IsSearchable xmlns="4873beb7-5857-4685-be1f-d57550cc96cc">true</IsSearchable>
    <ContentItem xmlns="4873beb7-5857-4685-be1f-d57550cc96cc" xsi:nil="true"/>
    <HandoffToMSDN xmlns="4873beb7-5857-4685-be1f-d57550cc96cc" xsi:nil="true"/>
    <ShowIn xmlns="4873beb7-5857-4685-be1f-d57550cc96cc">Show everywhere</ShowIn>
    <ThumbnailAssetId xmlns="4873beb7-5857-4685-be1f-d57550cc96cc" xsi:nil="true"/>
    <UALocComments xmlns="4873beb7-5857-4685-be1f-d57550cc96cc" xsi:nil="true"/>
    <UALocRecommendation xmlns="4873beb7-5857-4685-be1f-d57550cc96cc">Localize</UALocRecommendation>
    <LastModifiedDateTime xmlns="4873beb7-5857-4685-be1f-d57550cc96cc" xsi:nil="true"/>
    <LegacyData xmlns="4873beb7-5857-4685-be1f-d57550cc96cc" xsi:nil="true"/>
    <LocManualTestRequired xmlns="4873beb7-5857-4685-be1f-d57550cc96cc">false</LocManualTestRequired>
    <LocMarketGroupTiers2 xmlns="4873beb7-5857-4685-be1f-d57550cc96cc" xsi:nil="true"/>
    <ClipArtFilename xmlns="4873beb7-5857-4685-be1f-d57550cc96cc" xsi:nil="true"/>
    <TPApplication xmlns="4873beb7-5857-4685-be1f-d57550cc96cc" xsi:nil="true"/>
    <CSXHash xmlns="4873beb7-5857-4685-be1f-d57550cc96cc" xsi:nil="true"/>
    <DirectSourceMarket xmlns="4873beb7-5857-4685-be1f-d57550cc96cc" xsi:nil="true"/>
    <PrimaryImageGen xmlns="4873beb7-5857-4685-be1f-d57550cc96cc">true</PrimaryImageGen>
    <PlannedPubDate xmlns="4873beb7-5857-4685-be1f-d57550cc96cc" xsi:nil="true"/>
    <CSXSubmissionMarket xmlns="4873beb7-5857-4685-be1f-d57550cc96cc" xsi:nil="true"/>
    <Downloads xmlns="4873beb7-5857-4685-be1f-d57550cc96cc">0</Downloads>
    <ArtSampleDocs xmlns="4873beb7-5857-4685-be1f-d57550cc96cc" xsi:nil="true"/>
    <TrustLevel xmlns="4873beb7-5857-4685-be1f-d57550cc96cc">1 Microsoft Managed Content</TrustLevel>
    <BlockPublish xmlns="4873beb7-5857-4685-be1f-d57550cc96cc">false</BlockPublish>
    <TPLaunchHelpLinkType xmlns="4873beb7-5857-4685-be1f-d57550cc96cc">Template</TPLaunchHelpLinkType>
    <LocalizationTagsTaxHTField0 xmlns="4873beb7-5857-4685-be1f-d57550cc96cc">
      <Terms xmlns="http://schemas.microsoft.com/office/infopath/2007/PartnerControls"/>
    </LocalizationTagsTaxHTField0>
    <BusinessGroup xmlns="4873beb7-5857-4685-be1f-d57550cc96cc" xsi:nil="true"/>
    <Providers xmlns="4873beb7-5857-4685-be1f-d57550cc96cc" xsi:nil="true"/>
    <TemplateTemplateType xmlns="4873beb7-5857-4685-be1f-d57550cc96cc">PowerPoint Presentation Template</TemplateTemplateType>
    <TimesCloned xmlns="4873beb7-5857-4685-be1f-d57550cc96cc" xsi:nil="true"/>
    <TPAppVersion xmlns="4873beb7-5857-4685-be1f-d57550cc96cc" xsi:nil="true"/>
    <VoteCount xmlns="4873beb7-5857-4685-be1f-d57550cc96cc" xsi:nil="true"/>
    <AverageRating xmlns="4873beb7-5857-4685-be1f-d57550cc96cc" xsi:nil="true"/>
    <FeatureTagsTaxHTField0 xmlns="4873beb7-5857-4685-be1f-d57550cc96cc">
      <Terms xmlns="http://schemas.microsoft.com/office/infopath/2007/PartnerControls"/>
    </FeatureTagsTaxHTField0>
    <Provider xmlns="4873beb7-5857-4685-be1f-d57550cc96cc" xsi:nil="true"/>
    <UACurrentWords xmlns="4873beb7-5857-4685-be1f-d57550cc96cc" xsi:nil="true"/>
    <AssetId xmlns="4873beb7-5857-4685-be1f-d57550cc96cc">TP103431361</AssetId>
    <TPClientViewer xmlns="4873beb7-5857-4685-be1f-d57550cc96cc" xsi:nil="true"/>
    <DSATActionTaken xmlns="4873beb7-5857-4685-be1f-d57550cc96cc" xsi:nil="true"/>
    <APEditor xmlns="4873beb7-5857-4685-be1f-d57550cc96cc">
      <UserInfo>
        <DisplayName/>
        <AccountId xsi:nil="true"/>
        <AccountType/>
      </UserInfo>
    </APEditor>
    <TPInstallLocation xmlns="4873beb7-5857-4685-be1f-d57550cc96cc" xsi:nil="true"/>
    <OOCacheId xmlns="4873beb7-5857-4685-be1f-d57550cc96cc" xsi:nil="true"/>
    <IsDeleted xmlns="4873beb7-5857-4685-be1f-d57550cc96cc">false</IsDeleted>
    <PublishTargets xmlns="4873beb7-5857-4685-be1f-d57550cc96cc">OfficeOnlineVNext</PublishTargets>
    <ApprovalLog xmlns="4873beb7-5857-4685-be1f-d57550cc96cc" xsi:nil="true"/>
    <BugNumber xmlns="4873beb7-5857-4685-be1f-d57550cc96cc" xsi:nil="true"/>
    <CrawlForDependencies xmlns="4873beb7-5857-4685-be1f-d57550cc96cc">false</CrawlForDependencies>
    <InternalTagsTaxHTField0 xmlns="4873beb7-5857-4685-be1f-d57550cc96cc">
      <Terms xmlns="http://schemas.microsoft.com/office/infopath/2007/PartnerControls"/>
    </InternalTagsTaxHTField0>
    <LastHandOff xmlns="4873beb7-5857-4685-be1f-d57550cc96cc" xsi:nil="true"/>
    <Milestone xmlns="4873beb7-5857-4685-be1f-d57550cc96cc" xsi:nil="true"/>
    <OriginalRelease xmlns="4873beb7-5857-4685-be1f-d57550cc96cc">15</OriginalRelease>
    <RecommendationsModifier xmlns="4873beb7-5857-4685-be1f-d57550cc96cc" xsi:nil="true"/>
    <ScenarioTagsTaxHTField0 xmlns="4873beb7-5857-4685-be1f-d57550cc96cc">
      <Terms xmlns="http://schemas.microsoft.com/office/infopath/2007/PartnerControls"/>
    </ScenarioTagsTaxHTField0>
    <UANotes xmlns="4873beb7-5857-4685-be1f-d57550cc96cc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28C8B9CA-0273-4370-889A-FC05DA5C2FA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73beb7-5857-4685-be1f-d57550cc96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CDDBB83-77C1-4099-A0AA-289882E745E2}">
  <ds:schemaRefs>
    <ds:schemaRef ds:uri="http://schemas.microsoft.com/office/infopath/2007/PartnerControls"/>
    <ds:schemaRef ds:uri="http://purl.org/dc/terms/"/>
    <ds:schemaRef ds:uri="http://purl.org/dc/elements/1.1/"/>
    <ds:schemaRef ds:uri="http://www.w3.org/XML/1998/namespace"/>
    <ds:schemaRef ds:uri="4873beb7-5857-4685-be1f-d57550cc96cc"/>
    <ds:schemaRef ds:uri="http://schemas.microsoft.com/office/2006/documentManagement/types"/>
    <ds:schemaRef ds:uri="http://purl.org/dc/dcmitype/"/>
    <ds:schemaRef ds:uri="http://schemas.openxmlformats.org/package/2006/metadata/core-properties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561E720F-F05D-4536-9C34-0CFCED65D3B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Academic presentation, pinstripe and ribbon design (widescreen)</Template>
  <TotalTime>360</TotalTime>
  <Words>1151</Words>
  <Application>Microsoft Office PowerPoint</Application>
  <PresentationFormat>Widescreen</PresentationFormat>
  <Paragraphs>242</Paragraphs>
  <Slides>73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73</vt:i4>
      </vt:variant>
    </vt:vector>
  </HeadingPairs>
  <TitlesOfParts>
    <vt:vector size="80" baseType="lpstr">
      <vt:lpstr>Amiri Quran</vt:lpstr>
      <vt:lpstr>Arial</vt:lpstr>
      <vt:lpstr>Euphemia</vt:lpstr>
      <vt:lpstr>Plantagenet Cherokee</vt:lpstr>
      <vt:lpstr>Times Beyrut Roman</vt:lpstr>
      <vt:lpstr>Wingdings</vt:lpstr>
      <vt:lpstr>Academic Literature 16x9</vt:lpstr>
      <vt:lpstr>البلاغة العربيّة</vt:lpstr>
      <vt:lpstr>عدد العناصر البلاغيّة</vt:lpstr>
      <vt:lpstr>ثلاثة فروع لعناصر البلاغة العربيّة</vt:lpstr>
      <vt:lpstr>علم المعاني</vt:lpstr>
      <vt:lpstr>علم البيان</vt:lpstr>
      <vt:lpstr>علم البديع</vt:lpstr>
      <vt:lpstr>علم البيان</vt:lpstr>
      <vt:lpstr>علم البيان</vt:lpstr>
      <vt:lpstr>التشبيه</vt:lpstr>
      <vt:lpstr>أنواع التشبيه المتعلقة بالأركان</vt:lpstr>
      <vt:lpstr>التشبيه التامّ</vt:lpstr>
      <vt:lpstr>التشبيه المُرْسَل</vt:lpstr>
      <vt:lpstr>التشبيه المُؤكّد</vt:lpstr>
      <vt:lpstr>التشبيه المُفصَّل</vt:lpstr>
      <vt:lpstr>التشبيه المُجْمَل</vt:lpstr>
      <vt:lpstr>أمثلة</vt:lpstr>
      <vt:lpstr>أنواع أخرى من التشبيه</vt:lpstr>
      <vt:lpstr>ما الذي يميّز هذا التشبيه؟</vt:lpstr>
      <vt:lpstr>هل هذا تشبيه مركّب؟</vt:lpstr>
      <vt:lpstr>ما الفرق بين التشبيهين التاليين؟</vt:lpstr>
      <vt:lpstr>ما الذي يميّز التشبيه التالي؟</vt:lpstr>
      <vt:lpstr>علم البيان</vt:lpstr>
      <vt:lpstr>تعريف الاستعارة</vt:lpstr>
      <vt:lpstr>مثال على الاستعارة</vt:lpstr>
      <vt:lpstr>أنواع الاستعارة</vt:lpstr>
      <vt:lpstr>استعارة الاسم</vt:lpstr>
      <vt:lpstr>استعارة الاسم</vt:lpstr>
      <vt:lpstr>ما الذي يميّز الاستعارة التالية؟</vt:lpstr>
      <vt:lpstr>ما الذي يميّز الاستعارة التالية؟</vt:lpstr>
      <vt:lpstr>ما الذي يميّز الاستعارة التالية؟</vt:lpstr>
      <vt:lpstr>تمرين</vt:lpstr>
      <vt:lpstr>تمرين</vt:lpstr>
      <vt:lpstr>تمرين</vt:lpstr>
      <vt:lpstr>تمرين</vt:lpstr>
      <vt:lpstr>علم البيان</vt:lpstr>
      <vt:lpstr>تعريف الكناية</vt:lpstr>
      <vt:lpstr>أنواع الكناية</vt:lpstr>
      <vt:lpstr>أنواع الكناية</vt:lpstr>
      <vt:lpstr>أنواع الكناية</vt:lpstr>
      <vt:lpstr>أنواع الكناية</vt:lpstr>
      <vt:lpstr>أنواع الكناية</vt:lpstr>
      <vt:lpstr>ماذا نعتبر المثال التالي؟</vt:lpstr>
      <vt:lpstr>ماذا نعتبر المثال التالي؟</vt:lpstr>
      <vt:lpstr>علم البديع</vt:lpstr>
      <vt:lpstr>تعريف الجناس</vt:lpstr>
      <vt:lpstr>الجناس التامّ (المُستوفى)</vt:lpstr>
      <vt:lpstr>الجناس التامّ (المُستوفى)</vt:lpstr>
      <vt:lpstr>جناس التَّصْرِيف</vt:lpstr>
      <vt:lpstr>الجناس النّاقص</vt:lpstr>
      <vt:lpstr>الجناس المُحَرَّف</vt:lpstr>
      <vt:lpstr>جناس القلب (العكس)</vt:lpstr>
      <vt:lpstr>الجناس المُطْلَق</vt:lpstr>
      <vt:lpstr>تمرين في الجناس</vt:lpstr>
      <vt:lpstr>تمرين في الجناس</vt:lpstr>
      <vt:lpstr>علم البديع</vt:lpstr>
      <vt:lpstr>أنواع الطباق</vt:lpstr>
      <vt:lpstr>طباق الإيجاب</vt:lpstr>
      <vt:lpstr>طباق السَّلْب</vt:lpstr>
      <vt:lpstr>طباق التَّدْبيج</vt:lpstr>
      <vt:lpstr>مقابلة التضادّ</vt:lpstr>
      <vt:lpstr>تمرين في الطباق والمقابلة</vt:lpstr>
      <vt:lpstr>تمرين في الطباق والمقابلة</vt:lpstr>
      <vt:lpstr>تمرين في الطباق والمقابلة</vt:lpstr>
      <vt:lpstr>تمرين في الطباق والمقابلة</vt:lpstr>
      <vt:lpstr>علم البديع</vt:lpstr>
      <vt:lpstr>ردّ الأعجاز على الصدور</vt:lpstr>
      <vt:lpstr>ردّ الأعجاز على الصدور: نمط 1</vt:lpstr>
      <vt:lpstr>ردّ الأعجاز على الصدور: نمط 2</vt:lpstr>
      <vt:lpstr>ردّ الأعجاز على الصدور: نمط 3</vt:lpstr>
      <vt:lpstr>ردّ الأعجاز على الصدور: نمط 4</vt:lpstr>
      <vt:lpstr>تمرين في ردّ الأعجاز على الصدور</vt:lpstr>
      <vt:lpstr>PowerPoint Presentation</vt:lpstr>
      <vt:lpstr> شكرًا جزيلًا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البلاغة العربيّة</dc:title>
  <dc:creator>עלי חוסיין</dc:creator>
  <cp:lastModifiedBy>עלי חוסיין</cp:lastModifiedBy>
  <cp:revision>253</cp:revision>
  <dcterms:created xsi:type="dcterms:W3CDTF">2025-04-10T06:32:35Z</dcterms:created>
  <dcterms:modified xsi:type="dcterms:W3CDTF">2025-04-13T10:04:38Z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0x0101006EDDDB5EE6D98C44930B742096920B300400F5B6D36B3EF94B4E9A635CDF2A18F5B8</vt:lpwstr>
  </property>
  <property fmtid="{D5CDD505-2E9C-101B-9397-08002B2CF9AE}" pid="3" name="InternalTags">
    <vt:lpwstr/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