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B002-782B-C800-462A-FE1DF6654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Implicit simile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7DB4E-B4B0-9047-D19D-1614265CA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 err="1"/>
              <a:t>Chatgpt</a:t>
            </a:r>
            <a:r>
              <a:rPr lang="en-US" dirty="0"/>
              <a:t> 5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7230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9815-8DA7-6F5F-2924-C784ABD8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First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C967F-3D86-EE2B-1ECA-2A5806DCF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أَبَيْنا أَبَيْنا أنْ تَضِبَّ لِثاتُكُمْ على </a:t>
            </a:r>
            <a:r>
              <a:rPr lang="ar-SA" dirty="0" err="1"/>
              <a:t>مُرْشِفاتٍ</a:t>
            </a:r>
            <a:r>
              <a:rPr lang="ar-SA" dirty="0"/>
              <a:t> كَالظِّباءِ </a:t>
            </a:r>
            <a:r>
              <a:rPr lang="ar-SA" dirty="0" err="1"/>
              <a:t>عَواطِيا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أَبَيْنا أَبَيْنا أنْ تَضِبَّ لِثاتُكُمْ على </a:t>
            </a:r>
            <a:r>
              <a:rPr lang="ar-SA" dirty="0" err="1"/>
              <a:t>مُرْشِفاتٍ</a:t>
            </a:r>
            <a:r>
              <a:rPr lang="ar-SA" dirty="0"/>
              <a:t> ظِّباءٍ </a:t>
            </a:r>
            <a:r>
              <a:rPr lang="ar-SA" dirty="0" err="1"/>
              <a:t>عَواطِيا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تنكير الكلمة المشبه به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L" dirty="0"/>
              <a:t>Tenor: </a:t>
            </a:r>
            <a:r>
              <a:rPr lang="ar-SA" dirty="0" err="1"/>
              <a:t>المرشفات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الظِّباء </a:t>
            </a:r>
            <a:r>
              <a:rPr lang="ar-SA" dirty="0" err="1"/>
              <a:t>العَواطِيا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الرقة والجمال والنعومة في الشفاه والوجوه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5971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BD3C-AF74-7A14-D6E3-9DBBA5A4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1077-1587-F89E-5E30-1BEACC1E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Second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9E11-AB80-A7C4-C339-1CC53177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 err="1"/>
              <a:t>جِئْنَابَهَا</a:t>
            </a:r>
            <a:r>
              <a:rPr lang="ar-SA" dirty="0"/>
              <a:t> شَهْبَاءَ مَلْمُومَةً مثْلَ بَشَامِ القُلَّةِ الجَافِلِ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 err="1"/>
              <a:t>جِئْنَابَهَا</a:t>
            </a:r>
            <a:r>
              <a:rPr lang="ar-SA" dirty="0"/>
              <a:t> شَهْبَاءَ مَلْمُومَةً بَشَامَ القُلَّةِ الجَافِلِ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شهباء ملْمومة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بشام القُلّة الجافل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الاعتدال في القامة، والاهتزاز والجمال عند الحركة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388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4CD5-6E10-968D-1FCC-0470D23A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4B80-08C7-E7BE-7AD7-72D154EB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third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107D-197B-F160-912F-59C19655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L" dirty="0"/>
              <a:t>Verse: “</a:t>
            </a:r>
            <a:r>
              <a:rPr lang="ar-SA" dirty="0"/>
              <a:t>الماجِدِ الأرْوَعِ مثْلِ الهِلالِ الأرْيَحيِّ المَلِكِ الوَاصِلِ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الماجِدِ الأرْوَعِ الهِلالِ الأرْيَحيِّ المَلِكِ الوَاصِلِ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الماجد الأروع</a:t>
            </a:r>
            <a:endParaRPr lang="en-IL" dirty="0"/>
          </a:p>
          <a:p>
            <a: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L" dirty="0"/>
              <a:t>Vechile: </a:t>
            </a:r>
            <a:r>
              <a:rPr lang="ar-SA" dirty="0"/>
              <a:t>الهلال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البهاء والنور والطلعة المشرقة التي تسرّ الناظرين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8339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3731-C679-9381-F1FD-8D6F9F0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F086-B722-4093-BEB1-72BBD062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forth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DDC6A-12A8-B671-3121-F626A3B14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L" dirty="0"/>
              <a:t>Verse: “</a:t>
            </a:r>
            <a:r>
              <a:rPr lang="ar-SA" dirty="0"/>
              <a:t>وَفي صَدْرِهِ مثلُ جيْبِ الفَتَاةِ تَشْهَقُ حِينًا وحِينًا تَهِرّ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وَفي صَدْرِهِ جيْبِ الفَتَاةِ تَشْهَقُ حِينًا وحِينًا تَهِرّ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صدره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جيب الفتاة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 الضيق والارتفاع والانبساط مع الحركة (الصعود والهبوط) عند النفس، مما يوحي بالحيوية والنشاط والأنوثة والرقة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3370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E353-792F-E5B6-3B7C-ABCAD940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8684-842F-A68C-A575-2E10038F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fifth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A02B7-CEAA-A4C1-2B72-FA9798CCF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شَواكِل </a:t>
            </a:r>
            <a:r>
              <a:rPr lang="ar-SA" dirty="0" err="1"/>
              <a:t>عَجْعاجٍ</a:t>
            </a:r>
            <a:r>
              <a:rPr lang="ar-SA" dirty="0"/>
              <a:t> كأنَّ زِمامَهُ بِذُكّارَةٍ عَيْطاءَ مِنْ نَخْلِ خَيْبَرِ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شَواكِل </a:t>
            </a:r>
            <a:r>
              <a:rPr lang="ar-SA" dirty="0" err="1"/>
              <a:t>عَجْعاجٍَّ</a:t>
            </a:r>
            <a:r>
              <a:rPr lang="ar-SA" dirty="0"/>
              <a:t> زِمامَهُ ذُكّارَةٍ عَيْطاءَ مِنْ نَخْلِ خَيْبَرِ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حرف الجر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الفرس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النخلة العَيْطاء من نخل خيبر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الطول، والاعتدال، والصلابة، والهيبة في المنظر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0676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699D-ECEC-386D-420C-EE0CCB1A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ADA1-F8B8-C34F-4A13-097BF0F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sixth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F62C-A489-A54F-D9B9-BC61C1257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والبِيضُ يَرمِينَ القُلُوبَ كأنَّها أُدْحِيُّ بَيْنِ صَرِيمَةٍ وجَمَادِ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والبِيضُ يَرمِينَ قُلُوبًا أُدحيًّا بَيْنِ صَرِيمَةٍ وجَمَادِ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</a:t>
            </a:r>
            <a:r>
              <a:rPr lang="ar-SA" dirty="0" err="1"/>
              <a:t>تنكيرالمشبّه</a:t>
            </a:r>
            <a:r>
              <a:rPr lang="ar-SA" dirty="0"/>
              <a:t> والمشبه به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القلوب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 err="1"/>
              <a:t>الأُدْحيّ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b="1" dirty="0"/>
              <a:t>البياض والنعومة، مع التعرّض للأذى أو الإصابة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2420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4BCA-438D-8F56-FB6A-9ED2A4F9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14928-AA95-708B-4EB6-E93EEE65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seventh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73B6F-1776-A530-18C9-5872937E9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تَبْكِي عَلَى الدَّهْرِ وَالدَّهْرُ الَّذِي أَبْكَاكَ فَالدَّمْعُ كَالشَّنِّ الْهَزِيمْ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تَبْكِي عَلَى الدَّهْرِ وَالدَّهْرُ الَّذِي أَبْكَاكَ فَالدَّمْعُ شَّنّ هَزِيمْ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تنكير المشبه به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الدَّمع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شَنٌّ هَزِيمٌ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الغزارة والانهمار والتدفّق المستمرّ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7028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ACD5-FFBD-BF01-B3BA-38F64F6C9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CAA6-8753-10A7-32F5-243C79EE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eighth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BD09-893B-BFE9-1D73-A18DA5550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حَلقٌ أَحَلُّوها الفضاءَ كأَنَّهم من بينَ مَنبِجَ والكثيبِ </a:t>
            </a:r>
            <a:r>
              <a:rPr lang="ar-SA" dirty="0" err="1"/>
              <a:t>قُيولُ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حَلقٌ أَحَلُّوها الفضاءَ </a:t>
            </a:r>
            <a:r>
              <a:rPr lang="ar-SA" dirty="0" err="1"/>
              <a:t>قيولا</a:t>
            </a:r>
            <a:r>
              <a:rPr lang="ar-SA" dirty="0"/>
              <a:t> من بينَ مَنبِجَ والكثيبِ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(</a:t>
            </a:r>
            <a:r>
              <a:rPr lang="ar-SA" dirty="0" err="1"/>
              <a:t>قيول</a:t>
            </a:r>
            <a:r>
              <a:rPr lang="ar-SA" dirty="0"/>
              <a:t>)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الخيل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الحَلق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الاستدارة والتناغم في الحركة والانسياب المنتظم أثناء الجري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5390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0FA9-2573-A6FD-8F1E-9A399A3D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3AD4-BCEE-2C9D-0B94-4382C457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ninth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BFA3-AE04-EE53-023F-43D150368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ودَاوِيَّةٍ قَفْرٍ كأنَّ الصَّدَى بها إذا ما دَعَا عند المَسَاء حَزِيْنُ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ودَاوِيَّةٍ قَفْرٍ (بها) الصَّدَى (بها) إذا ما دَعَا عند المَسَاء حَزِيْنُ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(بها)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الداوية القفر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مكان يردّ الصدى عند الصوت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الخلوّ والوحدة والوحشة التي تجعل الصدى يجيب الصوت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419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9006-BBA0-7D5A-95EE-2682C6D5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DBCD-7613-5295-9FAA-1A2C250C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tenth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549D-99CD-3F32-1C0D-D6A8F7121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وَكَواعِبٍ مِثْلِ الدُّمى </a:t>
            </a:r>
            <a:r>
              <a:rPr lang="ar-SA" dirty="0" err="1"/>
              <a:t>أَصْبَبْتُها</a:t>
            </a:r>
            <a:r>
              <a:rPr lang="ar-SA" dirty="0"/>
              <a:t> يَنْظُرْنَ في خَفَرٍ وَحُسْنِ دَلالِ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وَكَواعِبٍ دُمى </a:t>
            </a:r>
            <a:r>
              <a:rPr lang="ar-SA" dirty="0" err="1"/>
              <a:t>أَصْبَبْتُها</a:t>
            </a:r>
            <a:r>
              <a:rPr lang="ar-SA" dirty="0"/>
              <a:t> يَنْظُرْنَ في خَفَرٍ وَحُسْنِ دَلالِ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تنكير المشبه به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الكواعب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الدُّمى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الجمال، والصفاء، والنعومة، وحسن الهيئة كأنهن صور لا عيب فيها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81917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26EB-F324-E84C-044B-D91A6A8D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gpt5 was asked: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A64E9-5570-8B57-487B-C2A2606B4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 Do you use the internet to identify the simile — that is, do you look up the original verse and then analyze it?</a:t>
            </a:r>
          </a:p>
          <a:p>
            <a:r>
              <a:rPr lang="en-US" dirty="0"/>
              <a:t>Answer: No, I do not use the internet when I provide you with the analysis of the </a:t>
            </a:r>
            <a:r>
              <a:rPr lang="en-US" dirty="0" err="1"/>
              <a:t>mushabbah</a:t>
            </a:r>
            <a:r>
              <a:rPr lang="en-US" dirty="0"/>
              <a:t> (the compared), </a:t>
            </a:r>
            <a:r>
              <a:rPr lang="en-US" dirty="0" err="1"/>
              <a:t>mushabbah</a:t>
            </a:r>
            <a:r>
              <a:rPr lang="en-US" dirty="0"/>
              <a:t> </a:t>
            </a:r>
            <a:r>
              <a:rPr lang="en-US" dirty="0" err="1"/>
              <a:t>bih</a:t>
            </a:r>
            <a:r>
              <a:rPr lang="en-US" dirty="0"/>
              <a:t> (the comparison target), and </a:t>
            </a:r>
            <a:r>
              <a:rPr lang="en-US" dirty="0" err="1"/>
              <a:t>wajh</a:t>
            </a:r>
            <a:r>
              <a:rPr lang="en-US" dirty="0"/>
              <a:t> al-</a:t>
            </a:r>
            <a:r>
              <a:rPr lang="en-US" dirty="0" err="1"/>
              <a:t>shabah</a:t>
            </a:r>
            <a:r>
              <a:rPr lang="en-US" dirty="0"/>
              <a:t> (the point of similarity). </a:t>
            </a:r>
            <a:r>
              <a:rPr lang="en-US" dirty="0">
                <a:highlight>
                  <a:srgbClr val="FFFF00"/>
                </a:highlight>
              </a:rPr>
              <a:t>The analysis I give is based on my linguistic and rhetorical knowledge and on my understanding of the verse itself as you wrote it</a:t>
            </a:r>
            <a:r>
              <a:rPr lang="en-US" dirty="0"/>
              <a:t> — meaning, I read the line, interpret it grammatically and rhetorically, and extract the figurative image from its structure and linguistic meaning without looking it up externally.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5325267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</TotalTime>
  <Words>775</Words>
  <Application>Microsoft Macintosh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Implicit simile</vt:lpstr>
      <vt:lpstr>The First verse</vt:lpstr>
      <vt:lpstr>The Second verse</vt:lpstr>
      <vt:lpstr>The third verse</vt:lpstr>
      <vt:lpstr>The forth verse</vt:lpstr>
      <vt:lpstr>The fifth verse</vt:lpstr>
      <vt:lpstr>The sixth verse</vt:lpstr>
      <vt:lpstr>The seventh verse</vt:lpstr>
      <vt:lpstr>The eighth verse</vt:lpstr>
      <vt:lpstr>The ninth verse</vt:lpstr>
      <vt:lpstr>The tenth verse</vt:lpstr>
      <vt:lpstr>When gpt5 was asked: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פייסל עומרי</dc:creator>
  <cp:lastModifiedBy>פייסל עומרי</cp:lastModifiedBy>
  <cp:revision>4</cp:revision>
  <dcterms:created xsi:type="dcterms:W3CDTF">2025-10-16T06:51:14Z</dcterms:created>
  <dcterms:modified xsi:type="dcterms:W3CDTF">2025-10-16T07:13:14Z</dcterms:modified>
</cp:coreProperties>
</file>